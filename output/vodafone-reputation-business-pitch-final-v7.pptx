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e652364c2c43de" /><Relationship Type="http://schemas.openxmlformats.org/officeDocument/2006/relationships/extended-properties" Target="/docProps/app.xml" Id="R705ef571d76c4c1d" /><Relationship Type="http://schemas.openxmlformats.org/officeDocument/2006/relationships/officeDocument" Target="/ppt/presentation.xml" Id="Rd1a8210ce325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2783de24342a4"/>
  </p:sldMasterIdLst>
  <p:notesMasterIdLst>
    <p:notesMasterId xmlns:r="http://schemas.openxmlformats.org/officeDocument/2006/relationships" r:id="Rea7d7395f5394ec7"/>
  </p:notesMasterIdLst>
  <p:sldIdLst>
    <p:sldId xmlns:r="http://schemas.openxmlformats.org/officeDocument/2006/relationships" id="256" r:id="R4e605b30be1b4d19"/>
    <p:sldId xmlns:r="http://schemas.openxmlformats.org/officeDocument/2006/relationships" id="257" r:id="R4af42e9c175a4cfd"/>
    <p:sldId xmlns:r="http://schemas.openxmlformats.org/officeDocument/2006/relationships" id="258" r:id="Rfa4c48030e774420"/>
    <p:sldId xmlns:r="http://schemas.openxmlformats.org/officeDocument/2006/relationships" id="259" r:id="Rea67fe3ed90443eb"/>
    <p:sldId xmlns:r="http://schemas.openxmlformats.org/officeDocument/2006/relationships" id="260" r:id="R561674787f0d4dc1"/>
    <p:sldId xmlns:r="http://schemas.openxmlformats.org/officeDocument/2006/relationships" id="261" r:id="R0f6b1d6af86c4ec2"/>
    <p:sldId xmlns:r="http://schemas.openxmlformats.org/officeDocument/2006/relationships" id="262" r:id="R2d51c9fe1ca44d14"/>
    <p:sldId xmlns:r="http://schemas.openxmlformats.org/officeDocument/2006/relationships" id="263" r:id="Rdd7469a7b9ba45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6cadaa88c94751" /><Relationship Type="http://schemas.openxmlformats.org/officeDocument/2006/relationships/slideMaster" Target="/ppt/slideMasters/slideMaster1.xml" Id="R3132783de24342a4" /><Relationship Type="http://schemas.openxmlformats.org/officeDocument/2006/relationships/notesMaster" Target="/ppt/notesMasters/notesMaster1.xml" Id="Rea7d7395f5394ec7" /><Relationship Type="http://schemas.openxmlformats.org/officeDocument/2006/relationships/presProps" Target="/ppt/presProps.xml" Id="R740bc71df50147bb" /><Relationship Type="http://schemas.openxmlformats.org/officeDocument/2006/relationships/tableStyles" Target="/ppt/tableStyles.xml" Id="R4aa927e303b448ce" /><Relationship Type="http://schemas.openxmlformats.org/officeDocument/2006/relationships/slide" Target="/ppt/slides/slide1.xml" Id="R4e605b30be1b4d19" /><Relationship Type="http://schemas.openxmlformats.org/officeDocument/2006/relationships/slide" Target="/ppt/slides/slide2.xml" Id="R4af42e9c175a4cfd" /><Relationship Type="http://schemas.openxmlformats.org/officeDocument/2006/relationships/slide" Target="/ppt/slides/slide3.xml" Id="Rfa4c48030e774420" /><Relationship Type="http://schemas.openxmlformats.org/officeDocument/2006/relationships/slide" Target="/ppt/slides/slide4.xml" Id="Rea67fe3ed90443eb" /><Relationship Type="http://schemas.openxmlformats.org/officeDocument/2006/relationships/slide" Target="/ppt/slides/slide5.xml" Id="R561674787f0d4dc1" /><Relationship Type="http://schemas.openxmlformats.org/officeDocument/2006/relationships/slide" Target="/ppt/slides/slide6.xml" Id="R0f6b1d6af86c4ec2" /><Relationship Type="http://schemas.openxmlformats.org/officeDocument/2006/relationships/slide" Target="/ppt/slides/slide7.xml" Id="R2d51c9fe1ca44d14" /><Relationship Type="http://schemas.openxmlformats.org/officeDocument/2006/relationships/slide" Target="/ppt/slides/slide8.xml" Id="Rdd7469a7b9ba45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3689c13fe04f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a897d3c5824fa4" /><Relationship Type="http://schemas.openxmlformats.org/officeDocument/2006/relationships/notesMaster" Target="/ppt/notesMasters/notesMaster1.xml" Id="Rc6c94aef19644a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284942499e4cd2" /><Relationship Type="http://schemas.openxmlformats.org/officeDocument/2006/relationships/notesMaster" Target="/ppt/notesMasters/notesMaster1.xml" Id="Rc8f56f1d2c394c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141e2e8586417d" /><Relationship Type="http://schemas.openxmlformats.org/officeDocument/2006/relationships/notesMaster" Target="/ppt/notesMasters/notesMaster1.xml" Id="R8e11d5128a3544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3e881136f94b6e" /><Relationship Type="http://schemas.openxmlformats.org/officeDocument/2006/relationships/notesMaster" Target="/ppt/notesMasters/notesMaster1.xml" Id="R308d3338010443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095ab037ed4669" /><Relationship Type="http://schemas.openxmlformats.org/officeDocument/2006/relationships/notesMaster" Target="/ppt/notesMasters/notesMaster1.xml" Id="Rbeb1e8c7311c4f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67f92777d54e87" /><Relationship Type="http://schemas.openxmlformats.org/officeDocument/2006/relationships/notesMaster" Target="/ppt/notesMasters/notesMaster1.xml" Id="R17711eaec5a140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4338ad16a49b4" /><Relationship Type="http://schemas.openxmlformats.org/officeDocument/2006/relationships/notesMaster" Target="/ppt/notesMasters/notesMaster1.xml" Id="R6c7aa5da342346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47de9d764b430a" /><Relationship Type="http://schemas.openxmlformats.org/officeDocument/2006/relationships/notesMaster" Target="/ppt/notesMasters/notesMaster1.xml" Id="Rb001577fd60c45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запис 2772, Vodafone, Google Play review, 06.05.2026. Наведений фрагмент дослівний; персональні дані автора не збираються. ARPU 154 грн/міс — публічний показник Vodafone: https://www.vodafone.ua/news/business-invest/vodafone-invests. 1 848 грн — лише річна середня виручка на абонента, не оцінка ймовірності відтоку й не доведена втрата саме цього клієнта.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PROJECT_LOG.md фіксує випадок 11.09: 15 записів виявилися 7 публікаціями, зібраними повторно через редиректи Google News; після виправлення дедуплікації тривога зникла. Дві людини × година — сценарна оцінка витрат на перевірку хибного сигналу,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629213f95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351a9cb504e94" /><Relationship Type="http://schemas.openxmlformats.org/officeDocument/2006/relationships/slideLayout" Target="/ppt/slideLayouts/slideLayout1.xml" Id="Rd3b07742af7845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07742af7845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4e2d3e38c486f" /><Relationship Type="http://schemas.openxmlformats.org/officeDocument/2006/relationships/notesSlide" Target="/ppt/notesSlides/notesSlide1.xml" Id="Ra404e6e0ff14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1fca6c9fa419c" /><Relationship Type="http://schemas.openxmlformats.org/officeDocument/2006/relationships/notesSlide" Target="/ppt/notesSlides/notesSlide2.xml" Id="R651a2da1e3d6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952782e0946a7" /><Relationship Type="http://schemas.openxmlformats.org/officeDocument/2006/relationships/notesSlide" Target="/ppt/notesSlides/notesSlide3.xml" Id="R094d33dd0ee3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59a96bd5748e1" /><Relationship Type="http://schemas.openxmlformats.org/officeDocument/2006/relationships/image" Target="/ppt/media/image.png" Id="R29f7e5998bfa46a7" /><Relationship Type="http://schemas.openxmlformats.org/officeDocument/2006/relationships/notesSlide" Target="/ppt/notesSlides/notesSlide4.xml" Id="R5e712091d37143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83e8bb1724c5e" /><Relationship Type="http://schemas.openxmlformats.org/officeDocument/2006/relationships/image" Target="/ppt/media/image2.png" Id="R83b2fc8610d7479e" /><Relationship Type="http://schemas.openxmlformats.org/officeDocument/2006/relationships/notesSlide" Target="/ppt/notesSlides/notesSlide5.xml" Id="Re597536a2a3344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c4b2cca3c40c9" /><Relationship Type="http://schemas.openxmlformats.org/officeDocument/2006/relationships/notesSlide" Target="/ppt/notesSlides/notesSlide6.xml" Id="R472f0a9874b142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80fad0aa34702" /><Relationship Type="http://schemas.openxmlformats.org/officeDocument/2006/relationships/notesSlide" Target="/ppt/notesSlides/notesSlide7.xml" Id="R7e1c6fc3330245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86ab42b684087" /><Relationship Type="http://schemas.openxmlformats.org/officeDocument/2006/relationships/notesSlide" Target="/ppt/notesSlides/notesSlide8.xml" Id="Rbf27edbe56bd42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D218B-7594-4C68-AF38-2DB5796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823B2-207A-446F-890E-09F10D27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F65C9-5BA3-456C-98EF-329D00A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F947-E15A-45DE-8DA1-A00D232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2EB93-AC98-44A5-831F-2B560EE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C6365-BF8E-4CD1-9733-E7A3D81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5230A-D9DC-4170-A62A-F01D22A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1612281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32A3F-F306-45F3-8058-1C39B6F8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DBA10-FD20-4326-92FD-FCEF868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0532B-D70F-4541-95F5-A881E0D2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942E3-1F23-4922-ACDD-C7C2B161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11614-A22B-44FF-8BE5-BF2B3C8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4901E-F8B9-47C2-8CD1-E009F7F8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9ECBD-1579-4E11-B65C-75A0F69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«...вирішіть мою проблему а ні</a:t>
            </a:r>
          </a:p>
          <a:p xmlns:a="http://schemas.openxmlformats.org/drawingml/2006/main">
            <a:pPr algn="l">
              <a:def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лайф сел»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A7290-4904-4594-8D53-3156DA2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ED387-4B89-40C3-97BD-5C63FCD8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612A1-A4C8-4F34-88CD-250C6BB8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97C2B-2434-4FA5-96F5-57F25EB6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91CE4-0E16-436D-A764-A403FBA3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DC5D9-5F5F-4DD9-9CC2-4BB5344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A00A4-783A-46B4-A317-2011D3B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7FAF1-9EF5-463A-A902-29F0B87E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AD45D-2496-435A-AB0E-D7690446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B0E77-C649-4905-BC53-C78DEDA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EAAE0-6179-4D14-8355-64A31CB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07A77-B6C2-495D-B1F9-C94307C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58073-98DB-4C5C-8322-A64D5367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0C89E-E38B-4244-A156-B912127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AE13C-6E69-46F2-8C4C-5D6403DC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грн/міс × 12 = 1 848 грн середньої річної виручки на абонента [Ф]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24359-A026-4E37-81F4-02A9D8C7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бізнес-орієнтир, а не доведена втрата саме цього автора. Відгук — сигнал, не доказ відтоку.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73CAF-F47A-428E-A543-3DBC0B10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AB61B-D415-4ED1-B0A5-43AB5BD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5072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895F6-9B88-4E34-9333-A69D32E0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ACDA-930D-4326-A70B-CB582248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5900B-401F-4F73-A41A-84CE403F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366E-12FF-4C8B-862F-750A022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DABAA-CE8E-4495-8BCB-6F00E91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44842-7DF0-45C6-BD8A-393EE7D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C750F-3770-4423-962A-0E699F34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0754D-7E5F-497F-9579-3704EA2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D0471-0E1B-49DE-9588-8283E6A9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EE120-E843-446A-8048-86C3819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903A4-4740-43BF-85E3-2DCE3C3B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088CB-99B5-45B3-BD4E-04139CBE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FB30A-60FB-4C4F-BD27-1B617C0E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1C1C7-F91D-4748-8BDE-470A5A5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29126-9F6D-4A45-9BF6-7F2563B0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46946-11C7-46AD-BC68-846D186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470C3-1F25-42D6-A4D9-4433170B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560AA-9747-4928-AF2E-E10C183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AEF03-D56A-46FD-9D03-A87F0F6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AB0D3-704B-4EDC-B0E0-DF0DDC03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96F2F-36E2-450C-9386-C8E924F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9ADD5-3018-4A82-88BA-A34F411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1C331-C6B2-478E-80C1-1538EF4E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53FC2-DE31-4CF4-983C-60D73B2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82613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0B2A9-B459-4E30-B2E0-8EA1FE0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90DD6-FD2E-4CC9-8354-90A8C17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746FD-4FA1-4B18-9E70-150A7597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81AE-9BE1-45C1-BA4A-F179DAC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7e5998bfa46a7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9D59A-A250-491E-A9D7-2F78515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0335C-CE94-4177-853A-C9B3041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B6256-A208-47F4-AC1B-E6D00DA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5677C-8C97-41CF-BC19-C1AA6D64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A5233-FD41-45BD-87A5-42F917BA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22D29-24FC-48BE-AAF9-2CB8F7F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20DD4-3657-4997-9D2A-3EF84C0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BB502-C22A-4DDD-A769-20C02B7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FF674-6262-4CAB-AF29-7E3AC15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34675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5AFE1-08B4-45EB-9B32-A514BA9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5630B-085C-4302-AC69-EA0749F6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13EC-9552-441A-9785-69B8CAFD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42CE1-BD38-40E8-B6B8-5CC98F1A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2fc8610d7479e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EE754-0912-4A61-812F-BAEBCD2A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A4914-DD42-47FE-B35E-20F37288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27010-925B-4CDD-A3FF-69E91B7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2AB7E-210D-4CFF-B1FE-4FBB2A5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B7308-BB28-40FE-A11F-F87B9CD5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49232-072F-41C9-8D95-2638F45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36874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94517-9ED7-444E-A5BC-B1ED4645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4DBFF-D2A9-45F2-8D99-CB5446B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977BC-F646-499B-826E-9CC314EA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31B76-CEF4-49AA-AD51-5D6BAEE8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C1E1-AA00-4499-ABF7-7715772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38AC6-6A22-4FE8-BBC9-FBFDE84D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5AEFB-BDC7-4BC3-A174-9CD51B34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209AD-869E-4715-B0AF-31D87B6B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76D2E-9958-4104-8019-2DE9E72D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C798F-D82E-464D-A636-8C8F38DA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F004C-C31E-4123-A188-944A2C3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B314D-883B-4B6D-B10F-AC617CA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44690-E63C-42DE-B457-BAB887E7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29BA7-DABC-4D69-86D0-05FE5106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F2F4E-67B7-4204-BB55-6906DE2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D93B8-BDCC-449A-A982-99E0705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761BD-328A-464D-8D5C-C13B247F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2B1CA-32E9-4A2A-8E43-B18D039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069E7-00C4-49BD-B463-F427A9AE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1F0CF-FA54-4AF6-867D-571E0D7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F7046-DAF4-4CFA-A6A4-9C01BC6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ACD04-3CCB-4BDD-84BE-23223318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32931-C163-4C81-8A39-C3312F9E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9E199-1238-4548-BB46-EBEDB28D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BBA0B-276E-4AAE-BD1C-D60459C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24603-E88E-4651-9273-06C3054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424242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9E7CC-B958-44B0-96C6-FE353838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724C4-DC2E-4F66-B8DD-CCACF5D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E60DE-64E8-49C5-990B-8B45E46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ED512-7AE5-4DD7-8C1D-64B1A71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489D9-CB33-43BC-97B0-47DB563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0B677-22A7-4B16-86E3-6CA1242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76886-B9A2-422E-B9EC-F09BFA9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13FA5-B5DA-4407-94D7-01C7B195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C7015-F876-445D-86FD-DBDA34B4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E3C20-B8C9-41FF-BC6B-1EBAA377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E045C-46D6-40CB-A6C9-92CD6A4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досяг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F817D-EDCF-4BAA-807F-EF55D0D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62350"/>
            <a:ext cx="266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11.09 [В]: 15 записів → 7 публікацій через редиректи Google News; дедуплікацію виправили.</a:t>
            </a:r>
          </a:p>
          <a:p xmlns:a="http://schemas.openxmlformats.org/drawingml/2006/main">
            <a:pPr algn="l">
              <a:def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Перевірка хибного сигналу [С]: 2 людини × 1 год.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6638C-D0D5-4D49-9724-922A844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E93F6-D116-49A5-B550-F3E7FFD6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87913-3B64-4862-BA6C-56420FF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6018A-66A1-4DDF-B88A-B2F591A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FE282-D2F5-4CAC-ADC9-8EE82E1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Автоматичний розклад запусків не налаштований, тому регулярну затримку виявлення ми ще не виміряли.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1FC95-1CE6-463F-B28E-703DB07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C6B5D-DC07-4D06-97FD-BB3F723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12789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DC18-571A-462E-8FCD-BFE0B83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B2E66-1B39-4390-92F7-F328A27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41116-C921-48FF-BBE9-E220827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8E56C-0FE4-4DEB-AE45-934DC961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0251F-4693-49AC-992A-1A68E7E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F552-27D7-457E-805A-3135996F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E24A2-275C-4E36-A54C-2BA06B1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20753-D575-43D6-8077-26AEE91D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62D46-2C61-42A7-82AC-DDCAA868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8DC0D-2ABA-48F2-9A6C-6EF38B8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78B90-949F-4724-8F03-EFFD7FD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1A8D6-0898-44D0-AEE5-D50E2546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4729E-F878-48A2-B8A9-EF9AF3C0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C6623-EB7D-4EC7-A4E9-99BE3CE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389F5-8DC3-42ED-8410-ABA79E27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C2A66-649E-4902-BFCF-A328A95F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54B20-0699-491E-8EEB-EB1291F9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10C5D-224A-4D4C-B6A9-1936C952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1D7C2-867D-4579-A5D1-AD53F8E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C353E-1999-4A36-901F-9B097C2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E207C-F151-4467-A38F-C470AC2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38B91-8640-45F2-B91D-2FD90E04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FB3CC-63E0-43EB-9D28-6AB3CA8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93206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2026-09-19T19:20:54.4680000Z</dcterms:created>
  <dcterms:modified xsi:type="dcterms:W3CDTF">2026-09-19T19:20:54.4680000Z</dcterms:modified>
</coreProperties>
</file>