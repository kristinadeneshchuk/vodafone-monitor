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716871a954b54" /><Relationship Type="http://schemas.openxmlformats.org/officeDocument/2006/relationships/extended-properties" Target="/docProps/app.xml" Id="Rcef036972cee4730" /><Relationship Type="http://schemas.openxmlformats.org/officeDocument/2006/relationships/officeDocument" Target="/ppt/presentation.xml" Id="R710b72e19e6b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2a0cbecef54598"/>
  </p:sldMasterIdLst>
  <p:notesMasterIdLst>
    <p:notesMasterId xmlns:r="http://schemas.openxmlformats.org/officeDocument/2006/relationships" r:id="R2f1f9b7aa8e5408a"/>
  </p:notesMasterIdLst>
  <p:sldIdLst>
    <p:sldId xmlns:r="http://schemas.openxmlformats.org/officeDocument/2006/relationships" id="256" r:id="Rfd4242e73e684ebc"/>
    <p:sldId xmlns:r="http://schemas.openxmlformats.org/officeDocument/2006/relationships" id="257" r:id="Rd66f0945eb4f48c2"/>
    <p:sldId xmlns:r="http://schemas.openxmlformats.org/officeDocument/2006/relationships" id="258" r:id="R8a3a3d28efa042ec"/>
    <p:sldId xmlns:r="http://schemas.openxmlformats.org/officeDocument/2006/relationships" id="259" r:id="Rd01d045bf06a4de8"/>
    <p:sldId xmlns:r="http://schemas.openxmlformats.org/officeDocument/2006/relationships" id="260" r:id="R9c4ebba2cc6a4968"/>
    <p:sldId xmlns:r="http://schemas.openxmlformats.org/officeDocument/2006/relationships" id="261" r:id="Re287564dc4b3456b"/>
    <p:sldId xmlns:r="http://schemas.openxmlformats.org/officeDocument/2006/relationships" id="262" r:id="R473afb4b501d4f49"/>
    <p:sldId xmlns:r="http://schemas.openxmlformats.org/officeDocument/2006/relationships" id="263" r:id="Rf85a79236abf42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12ac4631e44ce3" /><Relationship Type="http://schemas.openxmlformats.org/officeDocument/2006/relationships/slideMaster" Target="/ppt/slideMasters/slideMaster1.xml" Id="Rfe2a0cbecef54598" /><Relationship Type="http://schemas.openxmlformats.org/officeDocument/2006/relationships/notesMaster" Target="/ppt/notesMasters/notesMaster1.xml" Id="R2f1f9b7aa8e5408a" /><Relationship Type="http://schemas.openxmlformats.org/officeDocument/2006/relationships/presProps" Target="/ppt/presProps.xml" Id="R126affe8966c46ca" /><Relationship Type="http://schemas.openxmlformats.org/officeDocument/2006/relationships/tableStyles" Target="/ppt/tableStyles.xml" Id="R1afd7ea520874ccc" /><Relationship Type="http://schemas.openxmlformats.org/officeDocument/2006/relationships/slide" Target="/ppt/slides/slide1.xml" Id="Rfd4242e73e684ebc" /><Relationship Type="http://schemas.openxmlformats.org/officeDocument/2006/relationships/slide" Target="/ppt/slides/slide2.xml" Id="Rd66f0945eb4f48c2" /><Relationship Type="http://schemas.openxmlformats.org/officeDocument/2006/relationships/slide" Target="/ppt/slides/slide3.xml" Id="R8a3a3d28efa042ec" /><Relationship Type="http://schemas.openxmlformats.org/officeDocument/2006/relationships/slide" Target="/ppt/slides/slide4.xml" Id="Rd01d045bf06a4de8" /><Relationship Type="http://schemas.openxmlformats.org/officeDocument/2006/relationships/slide" Target="/ppt/slides/slide5.xml" Id="R9c4ebba2cc6a4968" /><Relationship Type="http://schemas.openxmlformats.org/officeDocument/2006/relationships/slide" Target="/ppt/slides/slide6.xml" Id="Re287564dc4b3456b" /><Relationship Type="http://schemas.openxmlformats.org/officeDocument/2006/relationships/slide" Target="/ppt/slides/slide7.xml" Id="R473afb4b501d4f49" /><Relationship Type="http://schemas.openxmlformats.org/officeDocument/2006/relationships/slide" Target="/ppt/slides/slide8.xml" Id="Rf85a79236abf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db13f35ab41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b03ab3b524726" /><Relationship Type="http://schemas.openxmlformats.org/officeDocument/2006/relationships/notesMaster" Target="/ppt/notesMasters/notesMaster1.xml" Id="Rc0494beae9d0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c7bb3ac5b0479c" /><Relationship Type="http://schemas.openxmlformats.org/officeDocument/2006/relationships/notesMaster" Target="/ppt/notesMasters/notesMaster1.xml" Id="R39b3b9833005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0526cd3b234ae1" /><Relationship Type="http://schemas.openxmlformats.org/officeDocument/2006/relationships/notesMaster" Target="/ppt/notesMasters/notesMaster1.xml" Id="R60f3d3e4b59f4e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3265f86a2d4ad4" /><Relationship Type="http://schemas.openxmlformats.org/officeDocument/2006/relationships/notesMaster" Target="/ppt/notesMasters/notesMaster1.xml" Id="R9cb1c8a90a784e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46f26935e496a" /><Relationship Type="http://schemas.openxmlformats.org/officeDocument/2006/relationships/notesMaster" Target="/ppt/notesMasters/notesMaster1.xml" Id="R160c48e5705d4f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f485fd02cc4890" /><Relationship Type="http://schemas.openxmlformats.org/officeDocument/2006/relationships/notesMaster" Target="/ppt/notesMasters/notesMaster1.xml" Id="R10c83cbefe244c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fbdb7d56164689" /><Relationship Type="http://schemas.openxmlformats.org/officeDocument/2006/relationships/notesMaster" Target="/ppt/notesMasters/notesMaster1.xml" Id="R6dfc5b44aaa1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dde22278814bec" /><Relationship Type="http://schemas.openxmlformats.org/officeDocument/2006/relationships/notesMaster" Target="/ppt/notesMasters/notesMaster1.xml" Id="R2e4b16eebc0a4c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час одного ручного запуску від початку збору до дашборда. Планувальник не налаштований, тому регулярну затримку виявлення не вимірювали. Детектор сформував 205 сигналів за рік, з них один досяг рівня wake. Для хибного сигналу двоє людей на годину — сценарна оцінка трудовитрат, не грошова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5bebaed4445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021e7be86644ef" /><Relationship Type="http://schemas.openxmlformats.org/officeDocument/2006/relationships/slideLayout" Target="/ppt/slideLayouts/slideLayout1.xml" Id="Rf9c67c45e961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67c45e961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8f5fd3fb64e3b" /><Relationship Type="http://schemas.openxmlformats.org/officeDocument/2006/relationships/notesSlide" Target="/ppt/notesSlides/notesSlide1.xml" Id="Rf9514c5e39c449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805f0f0e34bc4" /><Relationship Type="http://schemas.openxmlformats.org/officeDocument/2006/relationships/notesSlide" Target="/ppt/notesSlides/notesSlide2.xml" Id="Re37feaf85b294f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8615ec0de4c9e" /><Relationship Type="http://schemas.openxmlformats.org/officeDocument/2006/relationships/notesSlide" Target="/ppt/notesSlides/notesSlide3.xml" Id="R95218d74b3934d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a481fdfbc408b" /><Relationship Type="http://schemas.openxmlformats.org/officeDocument/2006/relationships/image" Target="/ppt/media/image.png" Id="R55902d234cde4d06" /><Relationship Type="http://schemas.openxmlformats.org/officeDocument/2006/relationships/notesSlide" Target="/ppt/notesSlides/notesSlide4.xml" Id="Re448d65c38d14d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d20be75254577" /><Relationship Type="http://schemas.openxmlformats.org/officeDocument/2006/relationships/image" Target="/ppt/media/image2.png" Id="R30a842751a934454" /><Relationship Type="http://schemas.openxmlformats.org/officeDocument/2006/relationships/notesSlide" Target="/ppt/notesSlides/notesSlide5.xml" Id="R9f6f9c9e970b43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d3a73c1654463" /><Relationship Type="http://schemas.openxmlformats.org/officeDocument/2006/relationships/notesSlide" Target="/ppt/notesSlides/notesSlide6.xml" Id="Ra7a96eb21095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a4f4527ce48ef" /><Relationship Type="http://schemas.openxmlformats.org/officeDocument/2006/relationships/notesSlide" Target="/ppt/notesSlides/notesSlide7.xml" Id="R41cbe4c77461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badce600749a9" /><Relationship Type="http://schemas.openxmlformats.org/officeDocument/2006/relationships/notesSlide" Target="/ppt/notesSlides/notesSlide8.xml" Id="R2e6848efb9094d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D3D8D-6806-4AD8-9380-BB6257F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C90BB-7CB1-4681-9EAF-D10B3B02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E905B-EB44-4DE1-9557-11A774DD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4DE1D-42BC-4FC8-B3AB-2A0A6699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8982-5613-4A9D-A450-83684A1A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44FA4-82B2-4864-82E1-67C3B783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83F15-7598-40C5-86AB-524F5351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1024418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FD90B-E4D8-4315-BF45-293CACCE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75CA1-A6B8-4A29-BBC6-9E302EFD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15952-259F-494E-B71C-53B561F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28E5E-83B7-4C38-A375-075FD3E5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7F011-04A1-4888-A2EF-FE87F181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CCE55-28A8-41FD-AB6A-9918F562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74EFF-AF0F-43ED-8E96-1A45B0B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78C13-C072-4330-9384-4125F33C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01558-96EA-49A7-A83F-1EDDEEF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76004-F9DA-405D-88BA-47E148F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70A6-0090-4ABD-A3BE-ED1A3B0A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E0C81-9F1A-44A0-B421-20227E4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EFFFB-8CA3-41C6-B86D-9AAF8EC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D9748-5B9D-45DE-9619-1593BEF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33B8C-8FDE-4814-A0D1-FC2B0E5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0425E-F948-4D58-85B3-A4FA022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D0928-3AC6-4494-A646-BF7DDDD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E3C65-E85B-4BF4-8BD2-990416DE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69DBF-9FBE-489E-A3D8-5B3F71F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E2FC4-050C-4F8B-86A3-386C095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C011D-C4D2-4E59-A084-D6D6FEB4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3522F-8EDF-4CB4-9538-5E74A72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B5CD1-6569-48FA-AA0E-E6139761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D2239-2991-42E8-8617-D98D87F3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596820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2F50B-2A04-4DDD-9480-38355B9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BF122-1086-42C4-89D3-49F4A68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із 1 130 скарг стосується зв’язку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C4A69-8FD8-48F4-9833-FA0865D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25998-7B0D-43E5-9882-E8EBC36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32DA6-CACE-4DAB-86A0-51793ECD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526C0-BA4C-4E4A-8FA7-594A3CA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EEAC0-5084-4508-BDBF-E51727B3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40DF6-37B9-4D09-99C9-D592E91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39BFB-7709-4D02-A2A7-04332D9B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8512C-6588-4D6C-96AE-819A8CC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87065-8625-4DC2-A5BB-36BDE5D8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D031F-2D24-4187-90B4-2A6C4B8E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73475-BC73-499F-869E-EDDF6004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D2CB-D351-4CE7-BFFB-24CC798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3AF8A-062D-4723-8F5F-E1A87D07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AE59D-B594-4574-B3E4-FFD00501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22668-9B85-4115-934A-5C3865A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31ECF-4427-4243-B051-B689AF6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Ці повідомлення допомагають визначити, що перевірити: покриття, мережу чи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FB305-E75C-43EB-9781-124FCDB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560FB-9B7B-41CF-8345-3DE1906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EF5B5-6AE5-4B54-9312-7AB9BB5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0C88A-8E2D-4ED7-B261-150D181F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3FC8A-9AB7-4F26-8530-BC5C68D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6219B-8CCF-49F1-B879-8358025A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26304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93F3F-EFC0-472F-8B2E-39BC19F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666CC-0D58-43B6-9267-98D182E5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DDF1E-272E-47CA-A75C-C32E1B6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0E623-3164-4137-B8F4-747BEA52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02d234cde4d06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E4931-662F-4B87-BCCE-2ED62063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106E2-2B66-4295-89DC-5F81C5F2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014EC-1DB7-423C-A6AF-E4E0083A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77B0-5E01-4D86-B7EA-BD7D9F6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3EB20-15EA-4D3C-81F3-5AC14FCF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7AD41-5F70-409C-A9A2-446DFAA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857C0-AA52-45B4-B635-A3DA4B8C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DB2E-A5FA-46AA-817C-34BE426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A2826-89C0-4C0D-A9C4-49FB463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0683908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1B22-E47E-417F-8152-9FF63955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4242B-05F3-4632-826C-47CCF87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CF4AD-C09C-4CBF-A66A-D09A543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4C005-0955-4889-98B9-311E968F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842751a934454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97191-D9C5-4183-8DEF-5C858D68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FC147-52D1-4E16-9A54-223AA413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FF841-4C51-46C6-B67C-8DD6EFFB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8E156-823B-4CDF-A3B7-434DF75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BAC03-646B-47DB-9662-9567B0B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951DE-188D-4A61-9760-E5418374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05656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598D3-98A0-42F8-A166-69E25D70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C7F12-E12F-4E59-93D0-67456D3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74AC1-AB6C-4832-9E90-FF55B712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86943-68A4-41E0-9F2E-D9B4871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F8211-0820-45C5-83A1-95A8445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EB1A1-FC09-4735-B726-1ABE9156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F8C26-26E9-423B-B1A1-F3F59B1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B7689-2386-46BA-8C45-3F1AEFA8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1893C-8ADF-4743-8553-2BE1AE6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2068-AF90-49FF-B3D7-4976585F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9BBF9-F8AB-4852-9503-4428C8DC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06592-D709-4BFA-AEC3-21B0C985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FB8AA-699E-44D8-8883-004ED6C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5CE6D-7E1B-4EC9-B8D8-50CFE8EE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C8963-832B-43FC-AA61-E491A17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F0316-6089-4720-A0EA-F954DF4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26BB6-5E68-4403-AE0B-ADA3456D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E1189-6D7A-41E0-BBB7-D5F7FAB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66E63-3C3A-4EDE-AEEF-043317D2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28331-B6F4-4D89-BD01-B02E3D9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E8B95-33F4-4217-B83C-EB0B768E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3A7F6-67D7-4D2B-A473-27DA1A6F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06A99-3066-4491-8380-D7A18037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7342B-FB69-4417-93A1-8ADEA8F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36049-D474-4180-85E4-738AC27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4536B-2578-4D2F-B959-2FB03B58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07069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1ACFE-FCBC-434E-8CA2-741E126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ШВИДКІСТЬ ТА ОБМЕЖЕННЯ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49B35-1501-4F58-8B15-3A79509C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саме виміряли у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3E4C7-DCF6-4535-A6D7-80297227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C7CF-C4E0-46F8-9C70-23E9C56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B83CD-C26D-4912-9E0C-E51B925B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AE6C7-5600-4546-A575-DF3DC76F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0BDD2-01E9-4AC3-9A27-6E6B639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запуск вручну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збору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66F36-35E0-4514-ABFF-8B614114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пошук сплеску 31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E064C-FE7A-4D3F-A115-699ED61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15B4B-1353-4AD9-9377-1E99F49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E8A43-C1A5-4C73-AB5A-0779D89F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досяг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26209-3D3E-47B9-805C-471D771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Можлива ціна хибної тривоги [С]:</a:t>
            </a:r>
          </a:p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 фахівці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31BBA-0FB5-42F3-826F-118D4480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C2BB4-BAFD-4C2A-B5E2-BE2ABD61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7AFAB-81BF-4CA1-9DD1-6943677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E6F34-5821-464E-8E83-C7A8AB4E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Цього достатньо для перевірки,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але не для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0BA17-4A2C-4A1B-AAEA-64923A81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Автоматичний розклад запусків не налаштований, тому регулярну затримку виявлення ми ще не виміряли.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95A4B-9AC9-4AEA-B591-39F0EA4E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503B6-DED7-4BE6-A770-78F40C8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7441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15559-C7B4-42CA-979C-FF19717C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3D345-A911-4D55-B939-7DDF9ACB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Що означає бюджетний сценарій 600 000 грн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FFB79-496F-491D-BB4D-EF45501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3E479-527F-4D07-85B8-D4E6167C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5EE8E-E630-4EA2-89B4-9BBE5D40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D2772-3114-437F-B8CF-0526295F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37771-43BF-4727-AF6C-D0D4200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B1D32-5AAD-4A5E-8A1E-6F87F85E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1BF06-F3D5-4B93-BE42-2DFDB8D9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середня виручка з абонента за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58943-82DF-4564-B5D8-B8DA019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80981-FBF8-43AE-83B1-4B1F889E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E748-599F-443E-8971-F8EE8E3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620CC-99CB-4028-BEB5-AF768D9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AD1B5-F7FA-445B-9D3F-AAC1C567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623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≈325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3F9E7-F1E5-4AF2-970C-754AC16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3857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абонентів, утриманих на повні 12 місяців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7C653-9836-4091-8688-8B9B1FDC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BDE0A-DB3A-4D9A-AACD-DFFB96BC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6C549-252A-43BA-B58E-6065198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FC2FE-2E70-4F46-89C2-A1F3E0D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63B3A-5EA5-49B2-98EF-CAAF7E6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A09A8-6E76-4F95-807E-CEC6FA5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4766D-F7C4-4350-8EB3-2B66E93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5E1C4-D486-4A5C-90CC-FDF33C3A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720409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2026-09-19T19:16:08.9680000Z</dcterms:created>
  <dcterms:modified xsi:type="dcterms:W3CDTF">2026-09-19T19:16:08.9680000Z</dcterms:modified>
</coreProperties>
</file>