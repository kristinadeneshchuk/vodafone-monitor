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1026039dc401b" /><Relationship Type="http://schemas.openxmlformats.org/officeDocument/2006/relationships/extended-properties" Target="/docProps/app.xml" Id="R754a2953e1924cf7" /><Relationship Type="http://schemas.openxmlformats.org/officeDocument/2006/relationships/officeDocument" Target="/ppt/presentation.xml" Id="Raf34e95164cc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3acab6f96e429e"/>
  </p:sldMasterIdLst>
  <p:notesMasterIdLst>
    <p:notesMasterId xmlns:r="http://schemas.openxmlformats.org/officeDocument/2006/relationships" r:id="R01d486d626214ca3"/>
  </p:notesMasterIdLst>
  <p:sldIdLst>
    <p:sldId xmlns:r="http://schemas.openxmlformats.org/officeDocument/2006/relationships" id="256" r:id="Rc15d4e1e3fb0409c"/>
    <p:sldId xmlns:r="http://schemas.openxmlformats.org/officeDocument/2006/relationships" id="257" r:id="R4a8215813d954440"/>
    <p:sldId xmlns:r="http://schemas.openxmlformats.org/officeDocument/2006/relationships" id="258" r:id="R585309291f804a25"/>
    <p:sldId xmlns:r="http://schemas.openxmlformats.org/officeDocument/2006/relationships" id="259" r:id="R00a11e4056b14289"/>
    <p:sldId xmlns:r="http://schemas.openxmlformats.org/officeDocument/2006/relationships" id="260" r:id="Rcc9f555c5ea746e6"/>
    <p:sldId xmlns:r="http://schemas.openxmlformats.org/officeDocument/2006/relationships" id="261" r:id="R1571c65f7e3b457c"/>
    <p:sldId xmlns:r="http://schemas.openxmlformats.org/officeDocument/2006/relationships" id="262" r:id="Rc08251969bca4093"/>
    <p:sldId xmlns:r="http://schemas.openxmlformats.org/officeDocument/2006/relationships" id="263" r:id="R9fadf807b4b74097"/>
    <p:sldId xmlns:r="http://schemas.openxmlformats.org/officeDocument/2006/relationships" id="264" r:id="Rf121d7f3935b43af"/>
    <p:sldId xmlns:r="http://schemas.openxmlformats.org/officeDocument/2006/relationships" id="265" r:id="R4da2f17fd4b846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161b2b39f4658" /><Relationship Type="http://schemas.openxmlformats.org/officeDocument/2006/relationships/slideMaster" Target="/ppt/slideMasters/slideMaster1.xml" Id="Rc63acab6f96e429e" /><Relationship Type="http://schemas.openxmlformats.org/officeDocument/2006/relationships/notesMaster" Target="/ppt/notesMasters/notesMaster1.xml" Id="R01d486d626214ca3" /><Relationship Type="http://schemas.openxmlformats.org/officeDocument/2006/relationships/presProps" Target="/ppt/presProps.xml" Id="R7e28d6f181d84cd0" /><Relationship Type="http://schemas.openxmlformats.org/officeDocument/2006/relationships/tableStyles" Target="/ppt/tableStyles.xml" Id="R21905c04552f49e9" /><Relationship Type="http://schemas.openxmlformats.org/officeDocument/2006/relationships/slide" Target="/ppt/slides/slide1.xml" Id="Rc15d4e1e3fb0409c" /><Relationship Type="http://schemas.openxmlformats.org/officeDocument/2006/relationships/slide" Target="/ppt/slides/slide2.xml" Id="R4a8215813d954440" /><Relationship Type="http://schemas.openxmlformats.org/officeDocument/2006/relationships/slide" Target="/ppt/slides/slide3.xml" Id="R585309291f804a25" /><Relationship Type="http://schemas.openxmlformats.org/officeDocument/2006/relationships/slide" Target="/ppt/slides/slide4.xml" Id="R00a11e4056b14289" /><Relationship Type="http://schemas.openxmlformats.org/officeDocument/2006/relationships/slide" Target="/ppt/slides/slide5.xml" Id="Rcc9f555c5ea746e6" /><Relationship Type="http://schemas.openxmlformats.org/officeDocument/2006/relationships/slide" Target="/ppt/slides/slide6.xml" Id="R1571c65f7e3b457c" /><Relationship Type="http://schemas.openxmlformats.org/officeDocument/2006/relationships/slide" Target="/ppt/slides/slide7.xml" Id="Rc08251969bca4093" /><Relationship Type="http://schemas.openxmlformats.org/officeDocument/2006/relationships/slide" Target="/ppt/slides/slide8.xml" Id="R9fadf807b4b74097" /><Relationship Type="http://schemas.openxmlformats.org/officeDocument/2006/relationships/slide" Target="/ppt/slides/slide9.xml" Id="Rf121d7f3935b43af" /><Relationship Type="http://schemas.openxmlformats.org/officeDocument/2006/relationships/slide" Target="/ppt/slides/slide10.xml" Id="R4da2f17fd4b8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833cb1d47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cf56e90b54b58" /><Relationship Type="http://schemas.openxmlformats.org/officeDocument/2006/relationships/notesMaster" Target="/ppt/notesMasters/notesMaster1.xml" Id="R6fd0b058e02143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0fb1c23d84429" /><Relationship Type="http://schemas.openxmlformats.org/officeDocument/2006/relationships/notesMaster" Target="/ppt/notesMasters/notesMaster1.xml" Id="R7cf4c1ae93d0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c2f3500cd4de8" /><Relationship Type="http://schemas.openxmlformats.org/officeDocument/2006/relationships/notesMaster" Target="/ppt/notesMasters/notesMaster1.xml" Id="R0f8cb2ad047f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9fcb5186443c8" /><Relationship Type="http://schemas.openxmlformats.org/officeDocument/2006/relationships/notesMaster" Target="/ppt/notesMasters/notesMaster1.xml" Id="Rbbe379342807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6d2b0894d49e3" /><Relationship Type="http://schemas.openxmlformats.org/officeDocument/2006/relationships/notesMaster" Target="/ppt/notesMasters/notesMaster1.xml" Id="Rf9dd373d9142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6c1da203b4f77" /><Relationship Type="http://schemas.openxmlformats.org/officeDocument/2006/relationships/notesMaster" Target="/ppt/notesMasters/notesMaster1.xml" Id="Rb35eb97c5636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3fb116027445da" /><Relationship Type="http://schemas.openxmlformats.org/officeDocument/2006/relationships/notesMaster" Target="/ppt/notesMasters/notesMaster1.xml" Id="Rbc4d796e734a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a09c73dfb14308" /><Relationship Type="http://schemas.openxmlformats.org/officeDocument/2006/relationships/notesMaster" Target="/ppt/notesMasters/notesMaster1.xml" Id="R603d57ce8f784a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25211937148ab" /><Relationship Type="http://schemas.openxmlformats.org/officeDocument/2006/relationships/notesMaster" Target="/ppt/notesMasters/notesMaster1.xml" Id="R8936c6c13e8848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c277496594257" /><Relationship Type="http://schemas.openxmlformats.org/officeDocument/2006/relationships/notesMaster" Target="/ppt/notesMasters/notesMaster1.xml" Id="R910320d05dca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презентації джерела підписані звичайним текстом. Сценарні розрахунки прямо названі сценаріями.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запис 2772, Vodafone, Google Play review, 06.05.2026. Наведений фрагмент дослівний; персональні дані автора не збираються. ARPU 154 грн/міс — публічний показник Vodafone: https://www.vodafone.ua/news/business-invest/vodafone-invests. 1 848 грн — лише річна середня виручка на абонента, не оцінка ймовірності відтоку й не доведена втрата саме цього клієнта.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на локальній БД mentions.db за правилами blackout.py станом на 19.09.2026: негативні/змішані записи, контекст або причина blackout, тип причини з набору coverage/internet/calls/outage/blackout, виключені реклама та market-wide. Для Vodafone знайдено 52 записи, з них 44 за листопад–лютий (44/52 = 84,6%, округлено 85%). Джерела: 47 відгуків і 5 новин. Дати Vodafone-вибірки: 23.09.2025–27.05.2026. Це повідомлення у вибірці, а не унікальні абоненти або підтверджені інциденти. Висновок обмежений: сезонність виправдовує перевірку готовності; дані не доводять потребу в капітальних інвестиціях і не визначають конкретні об'єкти.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PROJECT_LOG.md фіксує випадок 11.09: 15 записів виявилися 7 публікаціями, зібраними повторно через редиректи Google News; після виправлення дедуплікації тривога зникла. Дві людини × година — сценарна оцінка витрат на перевірку хибного сигналу,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із матеріалу користувача веде на https://vodafone-reputation.vercel.app/dashboard . Перевірено зчитуванням коду та HTTP-відповіддю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7786c2033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82c6ce1484b49" /><Relationship Type="http://schemas.openxmlformats.org/officeDocument/2006/relationships/slideLayout" Target="/ppt/slideLayouts/slideLayout1.xml" Id="R4e837083eaed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837083eaed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7fcc5eb554d5a" /><Relationship Type="http://schemas.openxmlformats.org/officeDocument/2006/relationships/notesSlide" Target="/ppt/notesSlides/notesSlide1.xml" Id="R287eff67a9d448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0e51f77647fb" /><Relationship Type="http://schemas.openxmlformats.org/officeDocument/2006/relationships/notesSlide" Target="/ppt/notesSlides/notesSlide2.xml" Id="Rdec639d3428d45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a1bf55bc64bd8" /><Relationship Type="http://schemas.openxmlformats.org/officeDocument/2006/relationships/notesSlide" Target="/ppt/notesSlides/notesSlide3.xml" Id="R99335da76f55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5beff4554522" /><Relationship Type="http://schemas.openxmlformats.org/officeDocument/2006/relationships/notesSlide" Target="/ppt/notesSlides/notesSlide4.xml" Id="R966fcad255ef4c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48cf0c7144fd2" /><Relationship Type="http://schemas.openxmlformats.org/officeDocument/2006/relationships/image" Target="/ppt/media/image.png" Id="R9e62d00b1ff1471f" /><Relationship Type="http://schemas.openxmlformats.org/officeDocument/2006/relationships/notesSlide" Target="/ppt/notesSlides/notesSlide5.xml" Id="Rdf47879ab6ae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6170485974c14" /><Relationship Type="http://schemas.openxmlformats.org/officeDocument/2006/relationships/image" Target="/ppt/media/image2.png" Id="R089fae7e13804c0d" /><Relationship Type="http://schemas.openxmlformats.org/officeDocument/2006/relationships/notesSlide" Target="/ppt/notesSlides/notesSlide6.xml" Id="R7a93baec063f48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8e46fea1d402d" /><Relationship Type="http://schemas.openxmlformats.org/officeDocument/2006/relationships/notesSlide" Target="/ppt/notesSlides/notesSlide7.xml" Id="R41af71a45f6c4f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f06d9ea5b4003" /><Relationship Type="http://schemas.openxmlformats.org/officeDocument/2006/relationships/notesSlide" Target="/ppt/notesSlides/notesSlide8.xml" Id="Re2943c788f9b44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d7350a3e742e6" /><Relationship Type="http://schemas.openxmlformats.org/officeDocument/2006/relationships/notesSlide" Target="/ppt/notesSlides/notesSlide9.xml" Id="R9c8b356933c24c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4c6ac7cc4c8d" /><Relationship Type="http://schemas.openxmlformats.org/officeDocument/2006/relationships/image" Target="/ppt/media/image.jpeg" Id="Rbc8b12a6f29f4c36" /><Relationship Type="http://schemas.openxmlformats.org/officeDocument/2006/relationships/notesSlide" Target="/ppt/notesSlides/notesSlide10.xml" Id="R4769fc4b14624f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A6A4F-316A-495D-BD98-885514F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835D8-7A9B-4821-966F-3CDA6B0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D9B57-FF14-4D6D-96EC-0D431A0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AEB80-6886-491D-B088-2D965B4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C6EE-B629-4AA5-92C4-BD3A980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96946-C602-4314-92B8-242CD22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1FEB9-0029-4CA1-9DAE-58F43BC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501391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0DD89-27FE-47EF-91D6-3B9DA35E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57013-3A2D-4315-B00D-9CED2164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6929E-5168-4944-9BF6-DCFC07B1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230A6-D529-48D7-9DB5-3A57E53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84122-BC0B-4DDE-B5B1-FECD01D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AA5C2-E4DA-49F2-BB10-9E02386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4B95B-744D-41E3-B33C-FB4C7D8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«...вирішіть мою проблему а ні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лайф сел»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43892-2F81-4E51-8355-0F81DD7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CE002-3F68-40AE-81A0-9101EDC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A6CD7-4FB9-4DD7-BF82-044CC256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E39D7-E6EA-4C1B-A652-D4AC1A57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24B73-D484-4E68-A21C-E94C244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1B09C-F8A5-477F-A79B-A8DC7AF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A4A63-A991-49E1-846B-AA038261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DDD71-994C-4519-8A3E-FE206FA4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89606-2187-41D6-A201-C3F3CF0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7F765-84E1-4EDB-A12B-8731124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19FF7-96F1-4EFA-9674-8907BFE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57C40-EC80-45B6-9F1E-5152DA2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94C2C-4235-4188-BCAC-04E6019C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64853-5D43-4F46-A6E6-A9A11348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533E1-86DE-451E-BD2B-6B98A56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грн/міс × 12 = 1 848 грн середньої річної виручки на абонента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F8E26-3A31-4F9B-9304-DCCBEADA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бізнес-орієнтир, а не доведена втрата саме цього автора. Відгук — сигнал, не доказ відтоку.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4A6D6-15CB-4CE1-9D73-2BBBEB8B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Відкритий відгук у вибірці MVP · Google Play · 06.05.2026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80807-FA53-4234-952E-D9B1283A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27018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A51F7-E15B-45EC-819F-21EB9BA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E18A7-12BF-4A4A-B0C1-9E034A7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2739B-C3EA-470D-B146-0B896C8E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6A8D9-51EB-436B-BAE5-6660FDF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5E770-191A-426C-A5D3-51252D12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DD90E-03C0-459A-904A-883A23A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9E60-878A-4754-8343-F93928A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453FE-C03E-4D5C-8E5D-B7C5E42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770A3-1AAD-467C-9CCE-27BFCFE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5CD7-0E6C-4CC9-97F4-05E0F99A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C898D-668B-4625-B8EF-7026348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B3DB5-5A76-48F8-A88E-90E561A8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0FAE3-550C-426D-8EE7-54884C7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06D3A-1F00-4587-BD52-94C97675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2048-0F5A-4DD3-BD2C-49758D5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35A18-C2BE-486A-A4A9-7CB73DFC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B2170-D1D6-4FC5-B923-96DA7CA3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79567-AEC4-49AA-BD81-651A37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3130B-7DCB-47AC-ABB8-7DE40D9A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19AC7-6108-4FD5-A970-C468BCC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4CDDF-A779-48D5-84FF-660433BF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3129F-B268-4436-94A8-33CB33B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76F3B-3005-45C0-A3C0-9FF0D50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Вибірка відкритих згадок ·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E73EF-12A7-4B09-9B5A-958BA670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92174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7F5BE-4B12-4838-BFE7-98C9809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СЕЗОННИЙ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85BFC-BA93-4652-A89D-48134FDD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Згадки про Vodafone частіше з’являлись узимку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D6049-8B9D-45E0-AC09-B275AB4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8E96F-B5F9-4E94-A0DA-85F9108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C6843-C194-4448-8050-73426DD7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95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44 із 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9505-33A2-4006-9410-56E38184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A7E9-D7D6-4671-86D4-1B0E439F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3370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записів про Vodafone у вибірці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датовані листопадом–лютим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FC3AB-1D2F-48E4-8781-C5B704A5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52B50-B400-489C-BC26-2020E8C7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це означає для бізнесу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72041-A5F9-4994-8C2D-4561505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Сезонний сигнал для перевірки готовності резервного живлення до зими. Сам по собі він не визначає потрібний бюджет чи місця для інвестицій.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51F58-F980-4FFF-A62F-B00B0B9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52 записи: 47 відгуків і 5 новин. Це не кількість унікальних клієнтів чи підтверджених інцидентів.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33CE1-63CC-4AAA-9122-F6D5DFBD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Вибірка Vodafone · 23.09.2025–27.05.2026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3A902-F15C-47B2-B79C-C4E5F798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26930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45A14-16A1-4190-8193-55354018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9E9B-2E46-4B71-902D-E5E7FEF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E5717-9F10-4F1A-8352-6D5ED92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43C5D-BA53-4548-87E4-63D7BDA2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2d00b1ff1471f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63D3B-8499-4712-A607-9289C55C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42F6-D91C-4CAC-8AA2-C8CB3FE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D2EC-3EBA-4EC6-8F18-865022F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C6EF-48E2-407B-9A97-A1D6CBD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E833-1F74-4C81-8F5B-4FE1415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6C0B9-8A46-486F-BFEA-A8862B1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7DC7A-0039-4D8C-94F0-182DC8C4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може перевірити команда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27E90-C1DA-4D18-BBDB-666E842D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339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Коли зросла кількість згадок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Які скарги стоять за зміною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Чи потрібна реакція команди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ABF72-4D02-45B0-913C-9B2D4EB0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Зріз за 21.08–19.09.2026 · 15 згадок · 7 скарг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3D223-70FE-4433-88F1-884F75F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69608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5E6C8-980C-47C9-9AB4-365811DE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ПЕРЕВІРКА ПОВІДОМЛЕНЬ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7D2D1-2563-4579-8AED-E89E6CEF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бачить, про що скаржаться і звідки взято повідомлення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DD36E-7D91-4B5E-AECF-F02C6C2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C2909-E741-44C8-9821-1AECB6BF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fae7e13804c0d"/>
          <a:srcRect xmlns:a="http://schemas.openxmlformats.org/drawingml/2006/main" l="3157" t="0" r="3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23900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B76C0-FD2C-411D-AE57-D448B37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можна перевірити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539EB-043C-427F-9E75-280DDDA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Про що скаржаться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Чи стосується звернення зв’язку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варто перевірити першим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 прочитати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4E9B1-95C9-4585-967D-028A886A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Перед рішенням команда відкриває першоджерело.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FB90F-AB85-4DE9-96B1-A75DC65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Приклад стрічки повідомлень · 19.09.2026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D7B93-FFE4-4A67-87EA-55223D82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15835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F096F-B89B-4B61-A3AC-E112261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6B345-E094-429A-B1E2-F62358C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EF0FD-7C5B-426D-83CF-C000028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D6393-C530-4ED1-BE63-805CF52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6201-9624-4314-9CFE-11E9A2C8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EA53D-4AA1-4E1D-A530-DDD043D5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20DE1-784C-4282-A95E-1E4A663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6FCDB-494C-4CAC-BA87-4713E1B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1ABDC-A04F-4A63-9034-97679A8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7D02-1FC8-42C4-99D5-696016A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54FF5-DA72-41D5-B8E2-3C853652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A5D69-2A20-4694-947C-3F58721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88B71-213F-460C-9CEC-60E1824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897F9-A883-4E1A-8C1A-A0071B1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6FC92-EA99-4197-A559-36896A43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71CEB-CA0E-45EB-B704-DF77F8D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62C4A-0D0F-4589-9654-C1B1176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3C02-44DF-4F0B-8CAA-E65BE6AF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260EF-FCC4-41B7-B3BB-B7A2EE5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AFACD-CAB2-4869-B5B7-AF6E1673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7BFF1-B326-4DF4-8D41-B5439BF8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04C28-6090-45BE-A17C-46C615A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7A055-3758-4F8B-B591-E4FE46F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тим як реагувати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60349-0C79-4C20-ADAA-FEA3EFD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Комунікаційний менеджер відкриває оригінал, перевіряє скільки є схожих згадок і вирішує, чи залучати інші команди.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7E799-EEEB-4DCC-B5AA-2502E27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Як MVP працює: відкриті джерела, аналіз і дашборд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93720-9CF0-43B6-8375-B4C428D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57085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DD8AC-F728-4925-B128-B9FD532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31706-8E23-4D1D-84D0-82C2B57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0DE8E-D9DD-4450-95DC-E9BD5335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7E1BA-EB16-4414-9DC9-32FB693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C0F3F-4832-46AB-BA23-B95EF2A7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CA02F-945E-4365-B6F9-BE94696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040BA-362F-4A18-8698-DA50C47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3665D-13D5-423D-9E1A-AA06BD7C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14FFB-3F61-4420-A4DB-9699B994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294FC-E49A-4DD4-B602-B8ADFD50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5F707-A0B7-4718-B77F-D774BF2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система позначила як терміновий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4736F-BE1E-47B1-B7E5-642DF92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11.09 хибний сигнал: 15 записів виявилися 7 публікаціями через дублювання Google News. Дублювання виправили.</a:t>
            </a:r>
          </a:p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Оцінка перевірки: 2 фахівці × 1 година.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3DD31-2052-4606-933B-C633DE51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47FB4-76EB-4BCE-B24A-693D2B0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255AF-81E6-4E0D-9248-4D196A0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9D2D4-6607-44E4-8215-EDCE322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0FF48-EEE3-4650-A2BA-5476BAE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Запуски поки не відбуваються автоматично. Тому 121 секунда описує один ручний запуск, а не гарантований час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8AA2F-9981-4669-9602-D2B93645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Виміряний час MVP · трудовитрати на перевірку хибної тривоги наведені як оцінка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81EBC-0156-4752-BF71-FF3CC239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6780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83385-69B0-48BB-A35D-81A30C99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27120-93C5-4FED-91EB-E00A647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07379-73FA-4992-BEFE-F6F39A79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E8F49-3CDB-434E-8683-708379F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E5066-83BF-4BCA-9FCC-399140B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7BD0C-26DA-4B22-88B6-BB008482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місяць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D38DC-D13C-4260-85CE-C9DF5806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D1588-8336-498A-A9CB-085B25B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88102-FA4B-416B-8B2D-74C77B8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E63E-369F-4613-8ADF-28DBDEEA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8E7CA-3F11-49B4-B0ED-E9FE0EA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53B87-1F6A-48E8-B6E1-42A3BEC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сценарний бюджет пілота на рік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CD943-4C8D-4944-9107-16A7DB55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32D74-5E5B-4793-9FAE-F6806EE3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B0B88-AC4B-4B57-8039-F92A96AB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0A13E-0D5C-4170-B941-F0FFC84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68295-FCDD-4EED-99A1-AC959525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C1DD3-BE7A-4843-91E6-B6412146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F8DF8-55B5-4A8C-BF96-C26D212B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97DE6-B456-46D3-BD42-939A9FA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3B06C-A148-4636-9ABC-DA91E92A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8DD6F-D598-4B9D-927D-C2D0BA2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Vodafone Україна · І півріччя 2026 · 154 грн/міс; бюджет 600 000 грн/рік — сценарій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60F93-AC47-4CAF-ABF2-5BD5AF0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76601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F0997-B582-4CFC-A923-7EF5914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· REPUTATIONX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71EE5-2729-4BC3-8A6F-F808B676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Дякую!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87F00-B79F-435F-BC53-96916B62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Запитання?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FB255-65E9-47AB-A0EF-7CB3746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Демо системи — за QR-кодом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b12a6f29f4c36"/>
          <a:stretch xmlns:a="http://schemas.openxmlformats.org/drawingml/2006/main"/>
        </p:blipFill>
        <p:spPr>
          <a:xfrm xmlns:a="http://schemas.openxmlformats.org/drawingml/2006/main">
            <a:off x="7239000" y="13811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F1A07-F227-4FF3-86FF-8ABFF74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vodafone-reputation.vercel.app/dashboard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A9674-9BB5-4CF3-9FC3-F9305C70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4026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2026-09-19T19:35:12.6240000Z</dcterms:created>
  <dcterms:modified xsi:type="dcterms:W3CDTF">2026-09-19T19:35:12.6240000Z</dcterms:modified>
</coreProperties>
</file>