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52524be2334492" /><Relationship Type="http://schemas.openxmlformats.org/officeDocument/2006/relationships/extended-properties" Target="/docProps/app.xml" Id="R0ed7c81cf75f4784" /><Relationship Type="http://schemas.openxmlformats.org/officeDocument/2006/relationships/officeDocument" Target="/ppt/presentation.xml" Id="R4d80787d5895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96859fadc46f7"/>
  </p:sldMasterIdLst>
  <p:notesMasterIdLst>
    <p:notesMasterId xmlns:r="http://schemas.openxmlformats.org/officeDocument/2006/relationships" r:id="Rdae304a31b49472d"/>
  </p:notesMasterIdLst>
  <p:sldIdLst>
    <p:sldId xmlns:r="http://schemas.openxmlformats.org/officeDocument/2006/relationships" id="256" r:id="R7187c4d670254951"/>
    <p:sldId xmlns:r="http://schemas.openxmlformats.org/officeDocument/2006/relationships" id="257" r:id="R1ca3c98f81c346a5"/>
    <p:sldId xmlns:r="http://schemas.openxmlformats.org/officeDocument/2006/relationships" id="258" r:id="Re2f66f56825b452a"/>
    <p:sldId xmlns:r="http://schemas.openxmlformats.org/officeDocument/2006/relationships" id="259" r:id="R740469f719964cf1"/>
    <p:sldId xmlns:r="http://schemas.openxmlformats.org/officeDocument/2006/relationships" id="260" r:id="R6640959cbb284e50"/>
    <p:sldId xmlns:r="http://schemas.openxmlformats.org/officeDocument/2006/relationships" id="261" r:id="R88c09ab6e69d49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fad3d37484aa2" /><Relationship Type="http://schemas.openxmlformats.org/officeDocument/2006/relationships/slideMaster" Target="/ppt/slideMasters/slideMaster1.xml" Id="R34c96859fadc46f7" /><Relationship Type="http://schemas.openxmlformats.org/officeDocument/2006/relationships/notesMaster" Target="/ppt/notesMasters/notesMaster1.xml" Id="Rdae304a31b49472d" /><Relationship Type="http://schemas.openxmlformats.org/officeDocument/2006/relationships/presProps" Target="/ppt/presProps.xml" Id="R43bb1e302984420b" /><Relationship Type="http://schemas.openxmlformats.org/officeDocument/2006/relationships/tableStyles" Target="/ppt/tableStyles.xml" Id="R2ec3df1769d44563" /><Relationship Type="http://schemas.openxmlformats.org/officeDocument/2006/relationships/slide" Target="/ppt/slides/slide1.xml" Id="R7187c4d670254951" /><Relationship Type="http://schemas.openxmlformats.org/officeDocument/2006/relationships/slide" Target="/ppt/slides/slide2.xml" Id="R1ca3c98f81c346a5" /><Relationship Type="http://schemas.openxmlformats.org/officeDocument/2006/relationships/slide" Target="/ppt/slides/slide3.xml" Id="Re2f66f56825b452a" /><Relationship Type="http://schemas.openxmlformats.org/officeDocument/2006/relationships/slide" Target="/ppt/slides/slide4.xml" Id="R740469f719964cf1" /><Relationship Type="http://schemas.openxmlformats.org/officeDocument/2006/relationships/slide" Target="/ppt/slides/slide5.xml" Id="R6640959cbb284e50" /><Relationship Type="http://schemas.openxmlformats.org/officeDocument/2006/relationships/slide" Target="/ppt/slides/slide6.xml" Id="R88c09ab6e69d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3bce606e72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cb5343d88425d" /><Relationship Type="http://schemas.openxmlformats.org/officeDocument/2006/relationships/notesMaster" Target="/ppt/notesMasters/notesMaster1.xml" Id="R1f8ff155be314a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4566173a994ed4" /><Relationship Type="http://schemas.openxmlformats.org/officeDocument/2006/relationships/notesMaster" Target="/ppt/notesMasters/notesMaster1.xml" Id="Rabecd736095d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4272c266c4ff8" /><Relationship Type="http://schemas.openxmlformats.org/officeDocument/2006/relationships/notesMaster" Target="/ppt/notesMasters/notesMaster1.xml" Id="Re8a1661a4f6148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855df94424407" /><Relationship Type="http://schemas.openxmlformats.org/officeDocument/2006/relationships/notesMaster" Target="/ppt/notesMasters/notesMaster1.xml" Id="Rd0aabdaf07f5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42093673e48b8" /><Relationship Type="http://schemas.openxmlformats.org/officeDocument/2006/relationships/notesMaster" Target="/ppt/notesMasters/notesMaster1.xml" Id="Rfcc0b44c334749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17c9c0c79642b0" /><Relationship Type="http://schemas.openxmlformats.org/officeDocument/2006/relationships/notesMaster" Target="/ppt/notesMasters/notesMaster1.xml" Id="R526e6d059dc2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review, 06.05.2026. Число 4: coverage scope, direct churn intent. Не стверджувати, що людина справді пішла або не зверталась у підтримку.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кількість публічних скарг у фокусі, не кількість постраждалих абонентів.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600 000 грн — сценарій для розрахунку порогу окупності, не фактичний бюджет MVP. Перевірка ефекту потребує знеособлених CRM даних і правил порівняння груп.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85579fd0c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904710f474a0d" /><Relationship Type="http://schemas.openxmlformats.org/officeDocument/2006/relationships/slideLayout" Target="/ppt/slideLayouts/slideLayout1.xml" Id="R074878ceecf4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878ceecf4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cf2e5753f44ba" /><Relationship Type="http://schemas.openxmlformats.org/officeDocument/2006/relationships/notesSlide" Target="/ppt/notesSlides/notesSlide1.xml" Id="Rc35c69da8e13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a14f73b143fd" /><Relationship Type="http://schemas.openxmlformats.org/officeDocument/2006/relationships/image" Target="/ppt/media/image.png" Id="R514dad7e64f04f4d" /><Relationship Type="http://schemas.openxmlformats.org/officeDocument/2006/relationships/notesSlide" Target="/ppt/notesSlides/notesSlide2.xml" Id="R7bed45690df44a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bfc166b064572" /><Relationship Type="http://schemas.openxmlformats.org/officeDocument/2006/relationships/image" Target="/ppt/media/image2.png" Id="Rc41ac24888324e94" /><Relationship Type="http://schemas.openxmlformats.org/officeDocument/2006/relationships/notesSlide" Target="/ppt/notesSlides/notesSlide3.xml" Id="Rb464602d6228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5584ce1c440ff" /><Relationship Type="http://schemas.openxmlformats.org/officeDocument/2006/relationships/image" Target="/ppt/media/image3.png" Id="R686eb828d213448d" /><Relationship Type="http://schemas.openxmlformats.org/officeDocument/2006/relationships/notesSlide" Target="/ppt/notesSlides/notesSlide4.xml" Id="R1f134a4e3581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22e78c1b44337" /><Relationship Type="http://schemas.openxmlformats.org/officeDocument/2006/relationships/notesSlide" Target="/ppt/notesSlides/notesSlide5.xml" Id="R38b3ccdc6f1b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9415d5a3545b8" /><Relationship Type="http://schemas.openxmlformats.org/officeDocument/2006/relationships/notesSlide" Target="/ppt/notesSlides/notesSlide6.xml" Id="Racd3ceba4f844b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4C068-8FAE-4C7C-AFB0-18FA667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213A7-519A-4A09-B4F8-684A1818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771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Репутаційний сигнал</a:t>
            </a:r>
          </a:p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 того, як клієнт вирішує піти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3ACD0-422F-4BEE-A8B1-8B59AC6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7341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6FD61-7080-4FAA-9DF3-FCB0F9F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EEA20-62E1-458F-9C45-E83F904D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Реальний відгук Vodafone у Google Play, 06.05.2026. Дані автора не зберігаємо.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4F134-6189-478B-9BEE-B960C83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762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4ECC2-3FBC-451A-8C6A-6D28E9A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прямі сигнали наміру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змінити оператора у фокусі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про зв’язок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C26E-EA83-4CC7-94AE-EF853F06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Завдання MVP: перетворити відкриту згадку на перевірюваний сигнал і конкретну дію команди.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CFC21-A3F5-4EDF-AFD8-23BAC6F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Наша база відкритих джерел, 01.09.2025–19.09.2026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B9C4D-FC8C-443A-B0AA-E614D03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19585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5034C-E3AD-464A-8507-E2825E6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ФОКУС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DA83-9048-4871-8B15-D655E4E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шуму до 251 скарги, з якими можна діяти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916AC-8EDC-400E-94CD-59FAF0D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9B3C2-4BBC-43CE-977C-D401507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283AB-6D5D-4302-9FD1-DA8EF82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28907-231B-4E3E-B43C-4502719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BF430-DD68-44F9-A3E4-CF9B69E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240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68CC8-8E2B-47E1-9D67-0FB2B0F7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1148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3FBF6-0EBF-4F74-8ADF-363E5C4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42FE4-FCB9-4A01-A8E4-D095888F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41AD8-FF9B-4C2B-8880-F7EED54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7528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B70FB-EE34-4B4C-B8F0-E23CD1F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69C8E-1528-45E3-ACF6-9DA0314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956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7523D-9CD2-449E-8C3E-97A7FB7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909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2107C-6A91-433D-B2EF-F3D9381D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CA200-2C5B-4FEA-A1F3-1E1E2A2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05E32-75EE-46F9-A914-C5E139C8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333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Фокус — якість зв’язку: для неї команда може перевірити мережу, покриття або резервне живлення.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dad7e64f04f4d"/>
          <a:srcRect xmlns:a="http://schemas.openxmlformats.org/drawingml/2006/main" l="24083" t="0" r="24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714500"/>
            <a:ext cx="5905500" cy="3981450"/>
          </a:xfrm>
          <a:prstGeom xmlns:a="http://schemas.openxmlformats.org/drawingml/2006/main" prst="roundRect">
            <a:avLst>
              <a:gd name="adj" fmla="val 43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02750-D512-4CC2-8A07-8D181FE0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real-summary.json; скрін MVP, 19.09.2026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C042D-7B6E-4394-AAA5-63EC6CDA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978279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0B51-268B-4322-ADC7-36A9B2E5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WORKING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9E3C3-F652-4668-B220-8B8FFE64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EC72-6CBB-47DD-838B-7456CF4A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4D8D6-DC4E-4EDD-A343-3DCD849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ac24888324e94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23900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1B7FA-91D3-4A7A-AB2A-15635EB9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D32A7-9218-4B98-A416-E8C3549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8E120-1C0B-4A53-A817-E5BCF652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66A7C-9560-44A6-928B-1BF2FD0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E7C64-D723-4B89-98F1-C6D12BF8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3881A-1A7E-4068-A5AF-CDC49FD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4CCED-D8D3-4755-817B-8415022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75B21-572F-4C89-B908-7AC5703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8E5AD-F408-41E2-9AA2-031C8978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777723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B48A1-8418-44A4-A019-6300A2F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7C229-01E1-46A9-9A80-8D0C88FE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72920-75D5-4543-88C9-388590D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6FB19-BCEA-47DD-8F9A-BA9092B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eb828d213448d"/>
          <a:srcRect xmlns:a="http://schemas.openxmlformats.org/drawingml/2006/main" l="0" t="3016" r="0" b="3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71525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9451D-3359-4C3B-9A2C-74D49C7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3934F-B3DA-460F-A590-BFF2F9E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25954-7A33-455C-9C55-E98FE21C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F8AEB-73AF-4F15-A9F9-108F5A1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8A85-C0CE-4534-A440-266CBB85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8F9B9-1D45-4026-BE79-4162B135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095126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03B02-01BA-4E66-9CA1-C8ED6AF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E84F-3FBD-4133-84E0-BC70276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A497C-15E6-4C8E-AAE9-DBE61FD7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3B3F8-F158-4CD7-ADA1-512893C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917FC-787C-4383-9E4C-1E4712F5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C580C-C90C-4569-B77B-968A6B53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B985-EA3F-4D6C-8BB4-FC5540D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CCAB-66A8-46BB-87EB-ACE171E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435C0-32EC-4951-BE04-938EE352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A3445-3893-4CF4-9F16-9580202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4A84A-FE74-4AEC-A241-DB75A5D7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CB312-C38B-471E-ACED-D4A59F3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EE26A-6EBC-4B02-BFC3-BDC304BD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5F3AE-0D1E-4A42-8D7E-7F45CAC2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65D81-2A30-4E38-83AE-52CC8FB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09914-4F2A-4930-982D-DC48B45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1457C-9898-44B5-B161-383212AF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2CD24-BD33-4FCA-B76C-EE0C0330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A68DB-E93E-47D5-8986-CE04A5D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2C6E9-0B25-402A-A61C-FC79684B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1E77D-E6A6-4054-8091-B5AF65CD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3822F-7608-481C-8D17-3E3E030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6782D-0B80-491B-92D8-4CB98B65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76516-EBC4-4D1A-8389-DEDCAF8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63A56-9668-46CE-9445-73CFC4AF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087E0-476C-42EC-95EC-11CD3A6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E541A-87F1-4328-B481-4F7618C8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47558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6D67D-4C9F-4E71-BACE-7AE54758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2A96E-E9CA-4184-A606-F3F92F71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Окупність починається з 27 утриманих абонентів на місяць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700A3-A4BA-4A7D-8D83-4D2975E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35371-8965-42CD-8EC0-A9FEEDB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286A-4C8A-4F19-9689-CE52E07F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65F13-1473-449A-A40B-A34B4300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30CB3-EAA8-49BB-A02E-D474CBC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59235-DC0C-40AF-95AA-26B8F2A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DA95D-482A-44F2-9B81-FC08882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117AA-68AC-459B-B190-5F8241A4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96EDF-4B8A-452E-9A11-36CD1D9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A3D9D-98F7-4C5F-A010-C408F5C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30D1C-CD8A-4245-8766-5799998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BBC43-F5DC-4998-8225-B37C154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/ рік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7A6A4-920B-4029-A4D7-1A9F94A2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27 / місяць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474C3-6BCE-4ABF-9418-59C25E30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E1FD1-3667-49B2-9B5A-054868B8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Зіставити реакцію на сигнал із відтоком у CRM та порівнюваною контрольною групою.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F8531-E12F-4F65-977D-0CF7882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714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96237-AF0C-4C5B-BCAC-33C7327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Чесні межі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A9EE7-BBED-4022-BC7C-7D559ED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ще не налаштований</a:t>
            </a:r>
          </a:p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 є у 10 з 251 скарг (4%)</a:t>
            </a:r>
          </a:p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4 сигнали наміру піти не дорівнюють 4 втраченим клієнтам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20926-6ACE-4F8C-AA5E-36FE45B0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F7AA0-21FB-4119-9BA1-098454C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30793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2026-09-19T18:56:53.9240000Z</dcterms:created>
  <dcterms:modified xsi:type="dcterms:W3CDTF">2026-09-19T18:56:53.9250000Z</dcterms:modified>
</coreProperties>
</file>