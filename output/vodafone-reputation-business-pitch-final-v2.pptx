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5e67caf6dc49f1" /><Relationship Type="http://schemas.openxmlformats.org/officeDocument/2006/relationships/extended-properties" Target="/docProps/app.xml" Id="R54d75668657d4300" /><Relationship Type="http://schemas.openxmlformats.org/officeDocument/2006/relationships/officeDocument" Target="/ppt/presentation.xml" Id="Rd4b92f4badf74a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8e88dad437422b"/>
  </p:sldMasterIdLst>
  <p:notesMasterIdLst>
    <p:notesMasterId xmlns:r="http://schemas.openxmlformats.org/officeDocument/2006/relationships" r:id="Rf0b19e7efa1d4a7d"/>
  </p:notesMasterIdLst>
  <p:sldIdLst>
    <p:sldId xmlns:r="http://schemas.openxmlformats.org/officeDocument/2006/relationships" id="256" r:id="R0885066bce5e4ea6"/>
    <p:sldId xmlns:r="http://schemas.openxmlformats.org/officeDocument/2006/relationships" id="257" r:id="R162b9b2c8c904244"/>
    <p:sldId xmlns:r="http://schemas.openxmlformats.org/officeDocument/2006/relationships" id="258" r:id="R11a151ccde9f41a1"/>
    <p:sldId xmlns:r="http://schemas.openxmlformats.org/officeDocument/2006/relationships" id="259" r:id="R51de1c7ac9fd49b1"/>
    <p:sldId xmlns:r="http://schemas.openxmlformats.org/officeDocument/2006/relationships" id="260" r:id="Rf330c99a3ef54dc3"/>
    <p:sldId xmlns:r="http://schemas.openxmlformats.org/officeDocument/2006/relationships" id="261" r:id="R6d881857042c4b14"/>
    <p:sldId xmlns:r="http://schemas.openxmlformats.org/officeDocument/2006/relationships" id="262" r:id="Rcbd56c306a684f70"/>
    <p:sldId xmlns:r="http://schemas.openxmlformats.org/officeDocument/2006/relationships" id="263" r:id="R46581087ba2549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d3dd1b1a384a1e" /><Relationship Type="http://schemas.openxmlformats.org/officeDocument/2006/relationships/slideMaster" Target="/ppt/slideMasters/slideMaster1.xml" Id="R738e88dad437422b" /><Relationship Type="http://schemas.openxmlformats.org/officeDocument/2006/relationships/notesMaster" Target="/ppt/notesMasters/notesMaster1.xml" Id="Rf0b19e7efa1d4a7d" /><Relationship Type="http://schemas.openxmlformats.org/officeDocument/2006/relationships/presProps" Target="/ppt/presProps.xml" Id="Ra004fce54120431f" /><Relationship Type="http://schemas.openxmlformats.org/officeDocument/2006/relationships/tableStyles" Target="/ppt/tableStyles.xml" Id="R6a41433d8ae74ecf" /><Relationship Type="http://schemas.openxmlformats.org/officeDocument/2006/relationships/slide" Target="/ppt/slides/slide1.xml" Id="R0885066bce5e4ea6" /><Relationship Type="http://schemas.openxmlformats.org/officeDocument/2006/relationships/slide" Target="/ppt/slides/slide2.xml" Id="R162b9b2c8c904244" /><Relationship Type="http://schemas.openxmlformats.org/officeDocument/2006/relationships/slide" Target="/ppt/slides/slide3.xml" Id="R11a151ccde9f41a1" /><Relationship Type="http://schemas.openxmlformats.org/officeDocument/2006/relationships/slide" Target="/ppt/slides/slide4.xml" Id="R51de1c7ac9fd49b1" /><Relationship Type="http://schemas.openxmlformats.org/officeDocument/2006/relationships/slide" Target="/ppt/slides/slide5.xml" Id="Rf330c99a3ef54dc3" /><Relationship Type="http://schemas.openxmlformats.org/officeDocument/2006/relationships/slide" Target="/ppt/slides/slide6.xml" Id="R6d881857042c4b14" /><Relationship Type="http://schemas.openxmlformats.org/officeDocument/2006/relationships/slide" Target="/ppt/slides/slide7.xml" Id="Rcbd56c306a684f70" /><Relationship Type="http://schemas.openxmlformats.org/officeDocument/2006/relationships/slide" Target="/ppt/slides/slide8.xml" Id="R46581087ba25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06fe0b9df2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e4327a681942d1" /><Relationship Type="http://schemas.openxmlformats.org/officeDocument/2006/relationships/notesMaster" Target="/ppt/notesMasters/notesMaster1.xml" Id="Rf4102822317e46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ac8027a6e4438c" /><Relationship Type="http://schemas.openxmlformats.org/officeDocument/2006/relationships/notesMaster" Target="/ppt/notesMasters/notesMaster1.xml" Id="R58ae8ae14875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617a601c8347b8" /><Relationship Type="http://schemas.openxmlformats.org/officeDocument/2006/relationships/notesMaster" Target="/ppt/notesMasters/notesMaster1.xml" Id="R53cbbcc5da8648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93d61494b4229" /><Relationship Type="http://schemas.openxmlformats.org/officeDocument/2006/relationships/notesMaster" Target="/ppt/notesMasters/notesMaster1.xml" Id="R7be3e73e59fc44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51923eb0b4177" /><Relationship Type="http://schemas.openxmlformats.org/officeDocument/2006/relationships/notesMaster" Target="/ppt/notesMasters/notesMaster1.xml" Id="R069fd8e43c1b41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4d6cc1e170465f" /><Relationship Type="http://schemas.openxmlformats.org/officeDocument/2006/relationships/notesMaster" Target="/ppt/notesMasters/notesMaster1.xml" Id="R08840ee8718e41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04a59f458d4e0f" /><Relationship Type="http://schemas.openxmlformats.org/officeDocument/2006/relationships/notesMaster" Target="/ppt/notesMasters/notesMaster1.xml" Id="R92151f9b2dc7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db630565bd4cc2" /><Relationship Type="http://schemas.openxmlformats.org/officeDocument/2006/relationships/notesMaster" Target="/ppt/notesMasters/notesMaster1.xml" Id="R43a6e2fdc09c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Google Play review, 06.05.2026. Цитата анонімізована. Пояснити просто: система збирає відкриті повідомлення, допомагає відокремити тему й причину, після чого людина в команді перевіряє першоджерело та вирішує наступну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121 секунд — час одного ручного запуску, не SLA виявлення. Wake вимагає кількох умов, включно з різними типами джерел.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повний цикл одного запуску. Планувальник не налаштований. 205 сигналів, 1 wake. Трудовитрати хибного спрацювання — сценарій, а не виміряна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ab1aacf8d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1592c5ebd94e2f" /><Relationship Type="http://schemas.openxmlformats.org/officeDocument/2006/relationships/slideLayout" Target="/ppt/slideLayouts/slideLayout1.xml" Id="Ra620f9dc16a04e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20f9dc16a04e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db095c1a64670" /><Relationship Type="http://schemas.openxmlformats.org/officeDocument/2006/relationships/notesSlide" Target="/ppt/notesSlides/notesSlide1.xml" Id="Rc95e51263e7546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e243d23684780" /><Relationship Type="http://schemas.openxmlformats.org/officeDocument/2006/relationships/notesSlide" Target="/ppt/notesSlides/notesSlide2.xml" Id="R0d79aa2b63b4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2e45438944b4d" /><Relationship Type="http://schemas.openxmlformats.org/officeDocument/2006/relationships/notesSlide" Target="/ppt/notesSlides/notesSlide3.xml" Id="R9e4ad7fa911b43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5b4c0ee2b4ea6" /><Relationship Type="http://schemas.openxmlformats.org/officeDocument/2006/relationships/image" Target="/ppt/media/image.png" Id="Ref05cd1bfe404806" /><Relationship Type="http://schemas.openxmlformats.org/officeDocument/2006/relationships/notesSlide" Target="/ppt/notesSlides/notesSlide4.xml" Id="R3730d9abe11240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8889a6814246" /><Relationship Type="http://schemas.openxmlformats.org/officeDocument/2006/relationships/image" Target="/ppt/media/image2.png" Id="Rbff1285bef964248" /><Relationship Type="http://schemas.openxmlformats.org/officeDocument/2006/relationships/notesSlide" Target="/ppt/notesSlides/notesSlide5.xml" Id="R1efb7bfe5faf4a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5760c280b4a47" /><Relationship Type="http://schemas.openxmlformats.org/officeDocument/2006/relationships/notesSlide" Target="/ppt/notesSlides/notesSlide6.xml" Id="R22b9c0e076254d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b4bbf82ba49d0" /><Relationship Type="http://schemas.openxmlformats.org/officeDocument/2006/relationships/notesSlide" Target="/ppt/notesSlides/notesSlide7.xml" Id="R1865034a9d1549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73153d15e4771" /><Relationship Type="http://schemas.openxmlformats.org/officeDocument/2006/relationships/notesSlide" Target="/ppt/notesSlides/notesSlide8.xml" Id="R3f66fff7473d4d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0F795-57D4-455D-9477-E0489531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EB554-2431-4543-9037-1A1F1178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3DB5B-29CC-41F9-98ED-DCE16436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64A3C-AB53-496C-883F-9D39400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F9360-3FEE-4F6A-A513-1354D2C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4A557-6623-4B60-A0CE-17A67359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360D8-0E54-4E52-B67B-95143174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929932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BB0FC-DD50-4C49-8857-5CBBAF79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53582-5E46-4D58-BDF5-FB8ECFA5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30E90-33A6-4BC5-9BFC-4DF427B1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5199F-944F-4EA7-BCB9-4783DA8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CAF77-CFF9-44B3-81C9-2333B862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B4890-B8C8-4A2D-A0AC-AA9D5A3D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0E6FF-28A7-4FBC-A354-6033D234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00D46-5073-47B7-BFB3-F1ACE2B8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F91B9-57CE-4E82-93FA-E761B23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95FC5-85F8-4B23-B183-0F73BB6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4AC7-CDA5-4380-A88F-CC4DF2BC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B7692-027F-4838-9CF9-079418A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59AB0-2C48-4FAF-B75D-9970A767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4F604-C79B-4948-AD10-E9D3226A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89E32-E164-4B4E-A716-BA5D1DEA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89CFB-8A93-48CE-8F32-0DBB416B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C2091-138B-4C32-B9EE-D28C6ED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3972B-2B1E-4D6D-9E5D-F12CB54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1DD94-DE15-4243-9D55-A85FE51B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5F846-3501-431A-8A7D-16F96273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09A7A-72CC-4A84-8838-5F665BF0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EEEEA-EEA7-47BE-87DE-C2D441F0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Приклад сигналу, не доказ відтоку: відгук висловлює намір змінити оператора.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E2560-FD6C-4A08-8E4D-9D497DA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B64D4-DF6B-4058-9A17-7F4C206A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82255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44BF3-244D-4671-B3F3-0CC91034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2B182-0EAE-43E9-B95E-254E4AD8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Із 1 130 скарг взяли 251 про зв’язок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FDB23-D8AF-4061-B473-E5CB7A43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D4DF2-1EE7-409B-AFD5-E631563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2BCA2-95D4-41E9-BB7A-6B2FF980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52427-DBC6-4CAC-8D20-7580B53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D49A8-D302-438B-BCBC-7CDED48E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D95B9-A539-4BB2-AC23-9B465FD5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92B8D-CD17-4A9A-A38B-F34BE96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9B274-A3ED-4EFF-8ABC-E39A264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904D2-8A33-4D2B-8469-17E6CB5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004AC-77FE-4CAE-8368-E984C877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7F7AB-C894-4F71-BDD8-FEB0CB2E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55B3D-692F-4D8D-9866-96E61328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F8A92-0674-4DE6-B983-77C56A71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13BBE-B90D-4A7D-86C3-1A4803EE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45EBF-59FB-49FC-8C6C-44A620D1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AAEB1-A0C9-4EFA-89D3-6CC32561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тема, для якої команда може перевірити мережу, покриття або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059A1-C5B6-40E9-8FEF-86F296B0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8684D-4712-44E8-952A-1637419C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82CB5-E999-49E8-9009-1321BFC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F60CF-BEA5-4DA2-83B6-4DB5E3B7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2A9D7-0F09-4A0D-99A1-C99D744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9424D-3CE0-46A7-A545-43F93E14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566557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AB5E3-B6C4-424C-BFE2-34E4C3A0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94874-EFFD-417E-B204-BC769916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5A551-F622-4F48-BFB5-0C7FB9AE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6904-5CA9-4660-B520-7640BBEC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5cd1bfe404806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D8BDE-AC51-40F7-A9BE-BCBCBDA8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77B84-933A-4931-8BB6-EF3E9C43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66D19-3205-4D07-AF70-CD7523B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BCED7-7FE8-414B-B656-3335944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C807C-5509-46B5-9683-88E21654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71886-5674-4A83-AA54-1E5587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6EB41-1F60-4745-A73A-0E708667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134EB-5E8C-4187-81B2-4894AF5D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2B4B4-B17B-4A40-BCB0-3AB28118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597880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FBB5A-3CCB-419E-A623-027E2DE5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55F9-1A18-4787-95A2-9289EFBD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81613-C2AD-4C11-B9DD-5A6FEE9D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5DAFD-D82D-4F03-B14A-D4411CA3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1285bef964248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618A8-6516-478F-A726-0A721C67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EBAC6-1104-44FD-9B2B-A2EBEAFF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F9D0D-3C95-4F16-8427-33161A4C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338D5-FCD1-4A94-A615-CE7C5FE4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36B4D-35E7-4C69-8FDC-CDBF9552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9BFDA-88EA-40E2-B377-75F7C2E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576692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A9FA7-E727-4FD9-A3E8-01051AA6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C76D3-EB24-4E79-AB76-4E1A88C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9E19B-7A67-4BC4-9630-BDEFC2C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ED6E1-ACD2-4244-A4CA-3C16F3D8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7EB3-E5A5-47EE-A89A-81440461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6818F-DF2D-4F35-BF72-90CFAFB1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9993A-535F-4D74-A8E2-62C45EA2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8B068-759E-47FD-ABC3-40518C49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41863-EFE0-4407-A045-8F5D0F0B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E4056-B15A-4773-A81E-F2A5E92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5933A-5637-4695-8E16-04D104C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A21AA-A63E-484B-A6CD-E82E6C8E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A6C5F-69C7-42C1-9825-E0E15C4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D773F-3A34-4BD7-9026-04C90B08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02662-E737-4261-9334-D97A3F46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9F913-5910-4B2B-AE44-C35DE41F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7FE51-C086-462C-8344-42E727FC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89869-8597-4B1D-8E2D-0DBBE975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6B342-8CFF-4B2F-A930-4E575F9F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8C093-8AFC-4002-9EC8-E60E0E4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563C4-E0EB-42C8-BF78-56DC603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E1813-C067-443C-876F-BADEB0E3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FFD30-5BF9-4F21-B72B-9F994B91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62531-FE3A-4CBF-A2DC-5970006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75C30-3A0F-4917-BFD0-10D5008C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205 сигналів за рік; 1 рівня «будити»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D8B57-2B8C-4250-9581-F748B0CE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архітектура, 121 с, 205 сигналів / 1 wake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F7B3A-5EE0-4D13-ABD9-1F08C77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818701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E970D-73E4-4909-B30D-F8F0F983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РЕАЛІСТИЧНІСТЬ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6E6E8-A5C3-403A-8A0F-E24A25EE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Швидкість виміряна. Обмеження названі прямо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CC848-6C25-4676-8967-A491819A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1CA77-FF0C-43F4-A6C7-21109766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740FC-6FBD-47A6-B18E-7E5B37D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11329-A165-4F82-9DA7-63D7D74D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6921F-C818-4463-BFF3-B9B111FA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9610B-F7BB-4502-AD86-2A6C8AD3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детекція 31 с · експорт 0,04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DC7E2-B5C6-4E2D-82C6-35201B9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5A81C-7D40-418E-A1DC-E9D845C0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8552A-A73B-404A-AC6F-7FDD33D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F6C09-17C1-4720-8D25-C4D355CD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Ціна хибної тривоги [С]: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двоє людей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B17AD-2964-4B04-AC1B-E99AB9DB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B064A-A9A1-4200-9582-2B70AD6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63059-C2BE-4B90-B841-72ABCF21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A5BAE-84B4-4582-BA15-586DE1A4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Тому карта задає напрям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для перевірки, не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9E019-C2D8-4D51-A6F0-0960860E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не налаштований. 121 с — час одного циклу, а не гарантована затримка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1876A-825E-42EF-A6F0-06560ABC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D124E-E563-4537-9367-3004763D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7014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2C6F5-72A7-42C9-A128-C1BE9A01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A750B-2E95-4F0B-9554-3A20676A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Сценарний поріг за виручкою: 325 абонентів на повний рік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EF8E5-46B2-4DE4-8DD6-BF61B001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06CF3-14C9-4CBB-9635-680A692B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16E0F-5BDF-40AF-9213-3E1309CF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72A24-2469-4857-A0DA-83AD4312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3DC56-5972-436D-A8FC-189CEDB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3CCEA-9B58-4282-BEBF-83031B8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4C63-26DF-4675-9731-3CD6836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47E97-73C2-421A-A327-8D11A507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F00AE-13BC-42C3-B49F-67128949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14600-9FEE-418B-8189-6BA5D1A5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B4428-BAD8-413D-AB52-C52132F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72D17-8DD2-473E-8BBC-E963ACFE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абонентів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430E9-7C33-48BA-839D-F649234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85762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якщо кожен лишається на 12 міс.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F8B94-C144-4E0F-B2A0-B6F71768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CD710-9E07-4239-9FFF-BFFDCB2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36E0D-9C9A-493C-8A28-87CB3636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C2EA3-560C-4F5A-81A2-1EA6BFB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4EDA6-45E2-4363-AE15-CC083A39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8B89E-D65A-472E-A42C-C67384E2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75A8F-3BD6-46CC-95EA-759F56A0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145DE-CD73-43C6-A061-FE93C859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13422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2026-09-19T19:11:45.1770000Z</dcterms:created>
  <dcterms:modified xsi:type="dcterms:W3CDTF">2026-09-19T19:11:45.1770000Z</dcterms:modified>
</coreProperties>
</file>