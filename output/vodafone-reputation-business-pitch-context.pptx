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44a90b5bf349f8" /><Relationship Type="http://schemas.openxmlformats.org/officeDocument/2006/relationships/extended-properties" Target="/docProps/app.xml" Id="R98a01360bb704446" /><Relationship Type="http://schemas.openxmlformats.org/officeDocument/2006/relationships/officeDocument" Target="/ppt/presentation.xml" Id="R1c1935abda3941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891219eaa4b22"/>
  </p:sldMasterIdLst>
  <p:notesMasterIdLst>
    <p:notesMasterId xmlns:r="http://schemas.openxmlformats.org/officeDocument/2006/relationships" r:id="R58d74dd2c1c24c86"/>
  </p:notesMasterIdLst>
  <p:sldIdLst>
    <p:sldId xmlns:r="http://schemas.openxmlformats.org/officeDocument/2006/relationships" id="256" r:id="R65bb1e63a59c481f"/>
    <p:sldId xmlns:r="http://schemas.openxmlformats.org/officeDocument/2006/relationships" id="257" r:id="Re6fc9bbace3b40f4"/>
    <p:sldId xmlns:r="http://schemas.openxmlformats.org/officeDocument/2006/relationships" id="258" r:id="R3bd6649af9dd47db"/>
    <p:sldId xmlns:r="http://schemas.openxmlformats.org/officeDocument/2006/relationships" id="259" r:id="R2fe6a7cfeac245a5"/>
    <p:sldId xmlns:r="http://schemas.openxmlformats.org/officeDocument/2006/relationships" id="260" r:id="R8b4cf34d449d443d"/>
    <p:sldId xmlns:r="http://schemas.openxmlformats.org/officeDocument/2006/relationships" id="261" r:id="Recaa27b21d4240c2"/>
    <p:sldId xmlns:r="http://schemas.openxmlformats.org/officeDocument/2006/relationships" id="262" r:id="Re6ea88b81c2d4079"/>
    <p:sldId xmlns:r="http://schemas.openxmlformats.org/officeDocument/2006/relationships" id="263" r:id="R40475ff4040b42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4f9461fbb462e" /><Relationship Type="http://schemas.openxmlformats.org/officeDocument/2006/relationships/slideMaster" Target="/ppt/slideMasters/slideMaster1.xml" Id="R979891219eaa4b22" /><Relationship Type="http://schemas.openxmlformats.org/officeDocument/2006/relationships/notesMaster" Target="/ppt/notesMasters/notesMaster1.xml" Id="R58d74dd2c1c24c86" /><Relationship Type="http://schemas.openxmlformats.org/officeDocument/2006/relationships/presProps" Target="/ppt/presProps.xml" Id="Rd6c0cb3e8d6d460a" /><Relationship Type="http://schemas.openxmlformats.org/officeDocument/2006/relationships/tableStyles" Target="/ppt/tableStyles.xml" Id="R873ec6d679484dbd" /><Relationship Type="http://schemas.openxmlformats.org/officeDocument/2006/relationships/slide" Target="/ppt/slides/slide1.xml" Id="R65bb1e63a59c481f" /><Relationship Type="http://schemas.openxmlformats.org/officeDocument/2006/relationships/slide" Target="/ppt/slides/slide2.xml" Id="Re6fc9bbace3b40f4" /><Relationship Type="http://schemas.openxmlformats.org/officeDocument/2006/relationships/slide" Target="/ppt/slides/slide3.xml" Id="R3bd6649af9dd47db" /><Relationship Type="http://schemas.openxmlformats.org/officeDocument/2006/relationships/slide" Target="/ppt/slides/slide4.xml" Id="R2fe6a7cfeac245a5" /><Relationship Type="http://schemas.openxmlformats.org/officeDocument/2006/relationships/slide" Target="/ppt/slides/slide5.xml" Id="R8b4cf34d449d443d" /><Relationship Type="http://schemas.openxmlformats.org/officeDocument/2006/relationships/slide" Target="/ppt/slides/slide6.xml" Id="Recaa27b21d4240c2" /><Relationship Type="http://schemas.openxmlformats.org/officeDocument/2006/relationships/slide" Target="/ppt/slides/slide7.xml" Id="Re6ea88b81c2d4079" /><Relationship Type="http://schemas.openxmlformats.org/officeDocument/2006/relationships/slide" Target="/ppt/slides/slide8.xml" Id="R40475ff4040b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37e1384ac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3c6550dd1942a5" /><Relationship Type="http://schemas.openxmlformats.org/officeDocument/2006/relationships/notesMaster" Target="/ppt/notesMasters/notesMaster1.xml" Id="R4aaccadd852343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3a303814b4e16" /><Relationship Type="http://schemas.openxmlformats.org/officeDocument/2006/relationships/notesMaster" Target="/ppt/notesMasters/notesMaster1.xml" Id="R84ed836aa03640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3fe7b83d94dc1" /><Relationship Type="http://schemas.openxmlformats.org/officeDocument/2006/relationships/notesMaster" Target="/ppt/notesMasters/notesMaster1.xml" Id="Rc782d7c255764a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95a9ec721742f6" /><Relationship Type="http://schemas.openxmlformats.org/officeDocument/2006/relationships/notesMaster" Target="/ppt/notesMasters/notesMaster1.xml" Id="R09bbd5722acd4b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60f0a2d96b4e98" /><Relationship Type="http://schemas.openxmlformats.org/officeDocument/2006/relationships/notesMaster" Target="/ppt/notesMasters/notesMaster1.xml" Id="R8be79ad4e0b747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57491a9f2649dd" /><Relationship Type="http://schemas.openxmlformats.org/officeDocument/2006/relationships/notesMaster" Target="/ppt/notesMasters/notesMaster1.xml" Id="R3cb736b3ec6b4a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52287d89d4d9d" /><Relationship Type="http://schemas.openxmlformats.org/officeDocument/2006/relationships/notesMaster" Target="/ppt/notesMasters/notesMaster1.xml" Id="Ra7df2c924b7c4b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88a48344d84dcc" /><Relationship Type="http://schemas.openxmlformats.org/officeDocument/2006/relationships/notesMaster" Target="/ppt/notesMasters/notesMaster1.xml" Id="Rf7ecc297b70847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600 000 грн — сценарій для розрахунку порогу окупності, не фактичний бюджет MVP. Перевірка ефекту потребує знеособлених CRM даних і правил порівняння груп.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1bee06d5949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84b834f1a040ae" /><Relationship Type="http://schemas.openxmlformats.org/officeDocument/2006/relationships/slideLayout" Target="/ppt/slideLayouts/slideLayout1.xml" Id="Rd7ecf2981b8540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ecf2981b8540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3b07aae764c7b" /><Relationship Type="http://schemas.openxmlformats.org/officeDocument/2006/relationships/notesSlide" Target="/ppt/notesSlides/notesSlide1.xml" Id="Rbc20613ba1d54f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55dedbd784cec" /><Relationship Type="http://schemas.openxmlformats.org/officeDocument/2006/relationships/notesSlide" Target="/ppt/notesSlides/notesSlide2.xml" Id="R2499671ca3c449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a54cac88141ab" /><Relationship Type="http://schemas.openxmlformats.org/officeDocument/2006/relationships/notesSlide" Target="/ppt/notesSlides/notesSlide3.xml" Id="R9f1672403a0541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2e458d4474827" /><Relationship Type="http://schemas.openxmlformats.org/officeDocument/2006/relationships/image" Target="/ppt/media/image.png" Id="R355f73215c5548e8" /><Relationship Type="http://schemas.openxmlformats.org/officeDocument/2006/relationships/notesSlide" Target="/ppt/notesSlides/notesSlide4.xml" Id="Rdfbd47c814ac4f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6dc84012f453e" /><Relationship Type="http://schemas.openxmlformats.org/officeDocument/2006/relationships/image" Target="/ppt/media/image2.png" Id="Reaf90766191c4095" /><Relationship Type="http://schemas.openxmlformats.org/officeDocument/2006/relationships/notesSlide" Target="/ppt/notesSlides/notesSlide5.xml" Id="R3a00bd8ca1a14a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93170d12d49a6" /><Relationship Type="http://schemas.openxmlformats.org/officeDocument/2006/relationships/notesSlide" Target="/ppt/notesSlides/notesSlide6.xml" Id="R103174e6072944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925b803534f39" /><Relationship Type="http://schemas.openxmlformats.org/officeDocument/2006/relationships/notesSlide" Target="/ppt/notesSlides/notesSlide7.xml" Id="Rdeb99ee03cfd43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c51d7c29c420e" /><Relationship Type="http://schemas.openxmlformats.org/officeDocument/2006/relationships/notesSlide" Target="/ppt/notesSlides/notesSlide8.xml" Id="R9c2f3db9b5914d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4F443-C5C5-4D64-9A82-21DB8CA3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9C4E4-A6AC-4CE4-957A-A116AC28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128D3-1FEB-4979-80CF-BBFFDC97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D7637-2C2B-4318-96AF-073DDD3A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5FF86-A900-45DB-B968-ACC6A1A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11CD5-32EB-4C74-8A4A-BB7B4A83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1F302-4D41-4F1A-A5A4-5F99DF72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863442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CBE6C-1BB8-4BCC-A7FD-CCF264F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F0844-2DAC-4AD5-AD25-05AF1EAE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58664-6E8B-4953-AD73-99203081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D2CB6-48A4-4FCC-B149-1536DE9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5EC26-EAAF-4737-9D0B-CC6C76C6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429A1-C429-4587-8285-5AD10E1F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28583-600F-45E4-AC44-63953F80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076F2-89C2-41DE-A898-B5B7D24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7B1CA-F3F8-4DEE-9C78-B96F0373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B9732-4BAF-4DC6-933E-A9A8F5DF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71A9A-5A45-4576-B7D8-CB2375B3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BC406-DE4F-49A6-BDB9-23584ED5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F86E-4630-431F-9CDF-F2205BE6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1D7F6-57AC-4906-80E3-C7C05B56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5A459-16C6-4290-8354-D1DA5BDF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68454-74EA-4BB8-AEC6-990B0D60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04E40-A90A-4CA1-819A-58FB127E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08EEB-C3C7-4D72-8127-D907BA21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624CAB-EC43-45B5-ADE2-A2D85B9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F3BBA-6698-4E7E-90B7-73A27F2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CA5BA9-ED85-4EB3-A06A-2EDE2303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25126-BCC8-4DA9-A9EB-033AB8D1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C943C-7E53-45DC-B927-DCCE76C0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BA60A-EDC8-4344-A6AE-3B94DA6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309577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9FBFF-1AC1-4C16-8B7D-E63BE27A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823C4-45EF-4638-90BD-D1E7CCB3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Із 1 130 скарг взяли 251 про зв’язок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952FD-4A7F-4F57-B95E-AD7F0380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37066-BEAB-4A65-9EBF-8C50F08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A735F-3AB7-44DB-B997-315513E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A6438-ACF0-4F94-93A4-D4AF3D49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99EDB-C01D-4515-977E-9AC5E4F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031F4-1495-4790-94D1-1EA7F745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A50E-F44A-4602-BD24-3DA148CD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6621B-3A9F-4DA7-84E8-11FC436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8CC54-9EEE-4F05-84F5-C2E87E36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F5059-D1CB-465C-A83A-59C6DF1D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1EDC2-0819-4904-B91D-7372C705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54CE0-0B36-463B-840C-6650AC8C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625EB-829E-4AE1-96CF-66CC8C3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0361-6F4B-4229-A767-B40B39F3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C6315-895F-463B-93F3-88EB2FEE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3E176B-85F0-4A6B-8B76-4D6D0DB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тема, для якої команда може перевірити мережу, покриття або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3898E-9797-45B0-AA91-FA290D6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D95A3-4D63-4A9E-98A4-D28F521E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9D451-F59E-4DF4-BB15-FC9118A7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3FA50-81DB-40F9-8164-365F62C8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98E37-2845-4281-A217-1ABDAE8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10793-E904-4913-888B-814CA87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361060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8B959-4253-44AD-A4ED-09AED432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7A13A-2CAC-49C9-BF1A-D079461E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E9394-A074-4707-9049-138DED5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208CF-9E63-4043-B370-26D5F9F8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f73215c5548e8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23900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3F342-1462-414C-B5B6-7D7EA4E1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CE203-21E5-4715-9245-BF9BCE60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CE0CB-9AD9-4166-9EE4-CDEC315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D60DA-AD81-4CEA-98EE-984AD15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970B4-7FF7-432B-BFE8-16FB9AD9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0F156-C3BF-4FFC-B453-59F76B5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F4917-FB07-476D-9763-4A12FB46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471F2-2D40-4391-A73A-D5D9C102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7D556-A340-470B-A763-29EA6BC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49778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15CE0-29F9-4D36-B087-794D007C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27F2-BA7C-4DE4-98E4-219A104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4DB46-DC21-4590-8656-49B5D5B0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4E7FE-B0F1-4DF1-8D46-DDF9497E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90766191c4095"/>
          <a:srcRect xmlns:a="http://schemas.openxmlformats.org/drawingml/2006/main" l="0" t="3016" r="0" b="3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71525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B5718-5311-4CB5-BFCE-C7B63459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B1B9E-416D-4A73-A9BF-F86ABE8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C99E1-53E5-45D3-95E5-EA2DD35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06549-B2AB-45A8-9A4D-0218FF7A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DD720-2520-450E-8F21-B5E2BF1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ACF7E-3D15-44B4-ACDC-364E6E52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853711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F5358-E625-42ED-9B0A-EC1E926F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6C22B-62C5-495C-89A8-90C03AF2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DA2B0-90E8-48FC-AE58-B35F2B2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AA90B-77EE-48C9-86F2-A919666B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63502-F924-43C8-A2D4-11B41F6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D3CD0-0B51-4C26-B353-C28DE0C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CE85-DC97-4C8E-876E-424223E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06A41-C7D5-4D6F-BB17-829744EF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6DDA4-77D8-4A23-8FEC-11C8146E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F996B-51E4-4C98-9A02-AE46A71B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D2C6F-1E88-44D7-9D63-8BFA29E6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940C6-004D-4B58-ACCB-C9A8F00B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0C0DB-09CC-4302-90F2-73C6AC4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6C0F7-F3EB-4ADE-B553-CCF4E522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8AC37-D11E-451E-B1F3-D0EC82FC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0178F-59D1-4185-BBE4-A0866F2D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F07E5-BF13-4859-9364-B15F55A6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20803-9974-4BE3-ACA0-30C771C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0EE45-7B3B-4730-8277-3800EC3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CAD90-B8AE-4C00-BB43-B6B331AF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8B3FB-CB92-47FD-98E0-D3258E71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A36D0-0C13-4B4E-BF20-35F8241E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81AEE-EBC1-47AB-BD60-CA5118E6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0A4D5-0567-4495-AA4D-2D87185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9153D-BAB4-4B12-94FE-E6DF101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EE6B8-6B64-42CF-9384-DC8FDF1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36721-DC71-4461-936B-FE70AF0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95758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75F54-E19E-40D9-91B3-12D0E65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8D33A-FEC3-4844-8C2F-280AF5D3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A19C8-2F7F-4D71-9E71-73F586A2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7A75B-450A-4966-A6DA-B64DD7C6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954FC-AA4E-44C6-8293-81F2F182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ED4C8-1CC0-4C05-A463-EC5EDE5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A4A0-79AD-429B-A1A7-D8CE7E2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71402-D113-48D3-A2B7-319844B1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70D28-F8E3-4C94-A5AD-C1FC50D9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CC8DD-ECEC-487A-BF9A-63F15E6F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ED6BF-EF52-42F8-A740-6CED60B2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B632D-B799-40B7-B2A1-CC9CECC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1A032-040E-4BF8-9723-2D7C14F6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10FF0-2B4A-4EE3-AD4C-9D91111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455E3-833F-44A6-91A7-9D833DDD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1BBBC-4F61-40BC-9689-A804721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C7E81-6E09-4347-9838-724B5B46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ще не налаштований: 121 секунда — тривалість одного циклу, а не обіцяний термін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188B9-5158-4532-8025-D866AC5F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E6224-518D-48F5-8251-F634DE5A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503815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6041AA-1589-44F5-84E8-B682810E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B7236-C35E-4BC9-9A12-ED4B07C0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Окупність починається з 27 утриманих абонентів на місяць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45CE4-A664-4EEC-B13F-A425A4DF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C424A-7563-4566-A1A9-27D68C0D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8EB5A-6B8D-4DD6-9037-51DB397E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4BDFF-9AE2-4C1F-A050-8493FC05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E4094-9FE0-4EAB-BD90-AEA93AB2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005A-9B96-4AE7-8B85-ABDEB74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84D59-C257-4CDD-B2B3-CECCE550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FA554-67F5-4873-9051-DC034EF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03AB4-3CB3-430C-B800-AFF9484B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3E6BB-FA00-4A53-8BA3-5C56CF6E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929F7-2660-4EA0-B7B4-3AA9517B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DAE49-03C3-4655-9DB1-9FDD80EC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/ рік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40C2A-8C80-497D-A516-A3FFF425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27 / місяць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56C01-8394-45B4-B904-AD7861B3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65E0B-6DE0-40E8-A04B-8ECC6867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Зіставити реакцію на сигнал із відтоком у CRM та порівнюваною контрольною групою.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A15E0-20F7-4C88-A741-4AE89C1A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71462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AD7D3-B370-4F01-8AFE-15550DA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Чесні межі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6F913-2CC7-4319-B0DD-52AB2D87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Локація: 10 із 251 скарг (4%)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4 сигнали не дорівнюють 4 втраченим клієнтам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6E053-E5DB-4A45-ACEA-F19A63F2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A7EACB-57BA-4EE5-95C5-7D4E2CE5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114956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2026-09-19T19:09:39.1640000Z</dcterms:created>
  <dcterms:modified xsi:type="dcterms:W3CDTF">2026-09-19T19:09:39.1640000Z</dcterms:modified>
</coreProperties>
</file>