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867496bd3f46c3" /><Relationship Type="http://schemas.openxmlformats.org/officeDocument/2006/relationships/extended-properties" Target="/docProps/app.xml" Id="Ra6e1e41452a64f9f" /><Relationship Type="http://schemas.openxmlformats.org/officeDocument/2006/relationships/officeDocument" Target="/ppt/presentation.xml" Id="R3fd6b638e68d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c1e35b143b4691"/>
  </p:sldMasterIdLst>
  <p:notesMasterIdLst>
    <p:notesMasterId xmlns:r="http://schemas.openxmlformats.org/officeDocument/2006/relationships" r:id="R643c749cb7284aad"/>
  </p:notesMasterIdLst>
  <p:sldIdLst>
    <p:sldId xmlns:r="http://schemas.openxmlformats.org/officeDocument/2006/relationships" id="256" r:id="R09bc53c9ac0a4788"/>
    <p:sldId xmlns:r="http://schemas.openxmlformats.org/officeDocument/2006/relationships" id="257" r:id="R8fe514fd3e404b77"/>
    <p:sldId xmlns:r="http://schemas.openxmlformats.org/officeDocument/2006/relationships" id="258" r:id="Rbb71f05d9d9547e0"/>
    <p:sldId xmlns:r="http://schemas.openxmlformats.org/officeDocument/2006/relationships" id="259" r:id="Ra33010db75f94f63"/>
    <p:sldId xmlns:r="http://schemas.openxmlformats.org/officeDocument/2006/relationships" id="260" r:id="R6a3b5d2d32664ba3"/>
    <p:sldId xmlns:r="http://schemas.openxmlformats.org/officeDocument/2006/relationships" id="261" r:id="R6a58b4a93bea4c2e"/>
    <p:sldId xmlns:r="http://schemas.openxmlformats.org/officeDocument/2006/relationships" id="262" r:id="R96317bb76cb24a3d"/>
    <p:sldId xmlns:r="http://schemas.openxmlformats.org/officeDocument/2006/relationships" id="263" r:id="R366ac137122c46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0342e000d4d55" /><Relationship Type="http://schemas.openxmlformats.org/officeDocument/2006/relationships/slideMaster" Target="/ppt/slideMasters/slideMaster1.xml" Id="Rf9c1e35b143b4691" /><Relationship Type="http://schemas.openxmlformats.org/officeDocument/2006/relationships/notesMaster" Target="/ppt/notesMasters/notesMaster1.xml" Id="R643c749cb7284aad" /><Relationship Type="http://schemas.openxmlformats.org/officeDocument/2006/relationships/presProps" Target="/ppt/presProps.xml" Id="R56b759830c6a4e1c" /><Relationship Type="http://schemas.openxmlformats.org/officeDocument/2006/relationships/tableStyles" Target="/ppt/tableStyles.xml" Id="Rc914d5ade0184ddd" /><Relationship Type="http://schemas.openxmlformats.org/officeDocument/2006/relationships/slide" Target="/ppt/slides/slide1.xml" Id="R09bc53c9ac0a4788" /><Relationship Type="http://schemas.openxmlformats.org/officeDocument/2006/relationships/slide" Target="/ppt/slides/slide2.xml" Id="R8fe514fd3e404b77" /><Relationship Type="http://schemas.openxmlformats.org/officeDocument/2006/relationships/slide" Target="/ppt/slides/slide3.xml" Id="Rbb71f05d9d9547e0" /><Relationship Type="http://schemas.openxmlformats.org/officeDocument/2006/relationships/slide" Target="/ppt/slides/slide4.xml" Id="Ra33010db75f94f63" /><Relationship Type="http://schemas.openxmlformats.org/officeDocument/2006/relationships/slide" Target="/ppt/slides/slide5.xml" Id="R6a3b5d2d32664ba3" /><Relationship Type="http://schemas.openxmlformats.org/officeDocument/2006/relationships/slide" Target="/ppt/slides/slide6.xml" Id="R6a58b4a93bea4c2e" /><Relationship Type="http://schemas.openxmlformats.org/officeDocument/2006/relationships/slide" Target="/ppt/slides/slide7.xml" Id="R96317bb76cb24a3d" /><Relationship Type="http://schemas.openxmlformats.org/officeDocument/2006/relationships/slide" Target="/ppt/slides/slide8.xml" Id="R366ac137122c46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54147642f4b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fabf4f90364fa5" /><Relationship Type="http://schemas.openxmlformats.org/officeDocument/2006/relationships/notesMaster" Target="/ppt/notesMasters/notesMaster1.xml" Id="Rbfa3375fb374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e95637eb542af" /><Relationship Type="http://schemas.openxmlformats.org/officeDocument/2006/relationships/notesMaster" Target="/ppt/notesMasters/notesMaster1.xml" Id="Rcf16c0e9172a4c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e25479eef34b0d" /><Relationship Type="http://schemas.openxmlformats.org/officeDocument/2006/relationships/notesMaster" Target="/ppt/notesMasters/notesMaster1.xml" Id="R539543fbac48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b507806024972" /><Relationship Type="http://schemas.openxmlformats.org/officeDocument/2006/relationships/notesMaster" Target="/ppt/notesMasters/notesMaster1.xml" Id="R2a34bed3b882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22a0d573e84324" /><Relationship Type="http://schemas.openxmlformats.org/officeDocument/2006/relationships/notesMaster" Target="/ppt/notesMasters/notesMaster1.xml" Id="Rdbbba6251ff54a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0f7097bca4431" /><Relationship Type="http://schemas.openxmlformats.org/officeDocument/2006/relationships/notesMaster" Target="/ppt/notesMasters/notesMaster1.xml" Id="Rd021d57fc57c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0465866a4b4c8c" /><Relationship Type="http://schemas.openxmlformats.org/officeDocument/2006/relationships/notesMaster" Target="/ppt/notesMasters/notesMaster1.xml" Id="Re82475b1bed94f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cd1d11575949b0" /><Relationship Type="http://schemas.openxmlformats.org/officeDocument/2006/relationships/notesMaster" Target="/ppt/notesMasters/notesMaster1.xml" Id="Re0012a815786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запис 2772, Vodafone, Google Play review, 06.05.2026. Наведений фрагмент дослівний; персональні дані автора не збираються. ARPU 154 грн/міс — публічний показник Vodafone: https://www.vodafone.ua/news/business-invest/vodafone-invests. 1 848 грн — лише річна середня виручка на абонента, не оцінка ймовірності відтоку й не доведена втрата саме цього клієнта.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PROJECT_LOG.md фіксує випадок 11.09: 15 записів виявилися 7 публікаціями, зібраними повторно через редиректи Google News; після виправлення дедуплікації тривога зникла. Дві людини × година — сценарна оцінка витрат на перевірку хибного сигналу,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9f6b0d874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08e3afc17b4004" /><Relationship Type="http://schemas.openxmlformats.org/officeDocument/2006/relationships/slideLayout" Target="/ppt/slideLayouts/slideLayout1.xml" Id="R1be102f671f6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102f671f6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92d21b2a45f0" /><Relationship Type="http://schemas.openxmlformats.org/officeDocument/2006/relationships/notesSlide" Target="/ppt/notesSlides/notesSlide1.xml" Id="R88a845e6eddd4d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f27a8e2e4b41" /><Relationship Type="http://schemas.openxmlformats.org/officeDocument/2006/relationships/notesSlide" Target="/ppt/notesSlides/notesSlide2.xml" Id="R4fc0eaf3fe7f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2438a5234b9f" /><Relationship Type="http://schemas.openxmlformats.org/officeDocument/2006/relationships/notesSlide" Target="/ppt/notesSlides/notesSlide3.xml" Id="R05817bd7336541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f81934094865" /><Relationship Type="http://schemas.openxmlformats.org/officeDocument/2006/relationships/image" Target="/ppt/media/image.png" Id="R86d0eea5f7db42b5" /><Relationship Type="http://schemas.openxmlformats.org/officeDocument/2006/relationships/notesSlide" Target="/ppt/notesSlides/notesSlide4.xml" Id="R6d4d8209a4014d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75aff94df48af" /><Relationship Type="http://schemas.openxmlformats.org/officeDocument/2006/relationships/image" Target="/ppt/media/image2.png" Id="Ra7fbf02bf3104565" /><Relationship Type="http://schemas.openxmlformats.org/officeDocument/2006/relationships/notesSlide" Target="/ppt/notesSlides/notesSlide5.xml" Id="R1c9cd9662b97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50c3fdea44afb" /><Relationship Type="http://schemas.openxmlformats.org/officeDocument/2006/relationships/notesSlide" Target="/ppt/notesSlides/notesSlide6.xml" Id="Re6333694b304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3b0a9a3e94b8b" /><Relationship Type="http://schemas.openxmlformats.org/officeDocument/2006/relationships/notesSlide" Target="/ppt/notesSlides/notesSlide7.xml" Id="Re375fc96fbe146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18e4aa1ea4887" /><Relationship Type="http://schemas.openxmlformats.org/officeDocument/2006/relationships/notesSlide" Target="/ppt/notesSlides/notesSlide8.xml" Id="R359edebea05242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70448-DECA-47D2-A224-8F44306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3E564-7447-46C5-8623-0DA318F8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B0EDA-4313-4FB0-99E6-89CC0EE8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89D83-09E5-429D-9116-0605A3C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8425-7F41-4E83-92BB-CC300657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3C95-AE87-4435-AAC3-263A6AD9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A3D33-5830-4F99-BDFE-EC280C33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2134683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D96239-E38F-45E6-9D5E-0C20D1F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DD10-EB64-4E6D-886B-0394ACE2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9A810-EBA6-4BE5-BDC1-36A72D38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9B1D5-9DC1-4B8D-9BA7-246C513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A1127-552C-4B88-86EE-B3CBC84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DEF9C-7762-41D2-834E-8EC5133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66EBB-4937-4E2C-89C8-C1043AC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«...вирішіть мою проблему а ні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лайф сел»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EAE20-DCF4-4FE9-B154-8F5CD291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C3889-F364-4B2A-A5C0-8966CAD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C18E7-5C1A-44B2-BAB8-B979DDBB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22517-5D63-484F-B872-66D8B5E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A3CDA-199B-43C0-B5ED-BCC9086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3F2CA-9157-438E-B929-C36935B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D8730-1BF1-42AC-A128-D232C3A7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D07EC-BA59-4A95-8523-29808D74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124F6-A8D1-48F1-AC1C-EB3EA4F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A56F9-AD1D-4F49-A57A-CF02E5C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D184B-DA11-4F8F-AFE8-37D812DE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B8C36-0A37-4554-BD9B-F7832122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D34D6-126A-4BF9-B11C-25EBC906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D5371-91FE-4E44-AA3E-DE37B857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7167C-DDE9-4A03-8A51-4592A14D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грн/міс × 12 = 1 848 грн середньої річної виручки на абонента [Ф]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45A23-257A-491A-B06F-C4E7CEA3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бізнес-орієнтир, а не доведена втрата саме цього автора. Відгук — сигнал, не доказ відтоку.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F3A5F-8E13-4CD0-A34B-7F653305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523B7-C738-4679-821B-B3871F1D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594328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458AB-445A-4947-9A73-9D6437A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1815C-31EF-4BAF-B536-6E723F6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80D3-D248-40D8-AD30-014B612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38E19-3E57-4C0F-BC91-0014827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4C6E4-2429-40A7-908B-637A7A8B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286F1-9F38-42F0-991A-D4B48E5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1D7A4-C569-491A-93F8-7A580780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B2CB-95E7-42B5-A404-C3E85B5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B7B33-C9C0-40EE-92FA-59CF465C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77583-D622-4148-9205-D25622D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B9B6A-82DD-4096-97B0-7FDDFEB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05DA5-C144-4506-9A1F-942F686F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1AE74-E5E7-4DE9-96CF-496AB39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66A1D-DD17-4EB6-9DA9-88F52078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4B8FC-F4FA-4426-B15A-23783933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9EC8A-EB91-4A69-ABB0-84C5345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F8790-8D77-4CFE-8FED-1C162D05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B57E9-863D-4CE9-AA40-8B41225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7E66E-FFBE-4AB6-8785-5931FC9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47E62-99A2-4E91-81B7-5BB2CC3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8BEE0-A751-49E8-8585-8A200440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813D4-8D2E-4996-A500-226B1AE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838C1-CB4C-4DD8-9D42-D9F82735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82069-A349-4A52-8D4B-96474EEB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832172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E2A90-3884-4EF9-8E03-6001BBD1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BAC57-BF9B-4B91-A46A-CDEEBC1A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194CB-9201-4177-9A93-1115F13D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268FE-9674-4BC0-A35D-CF6D627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0eea5f7db42b5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1E4A2-42B2-47A3-970E-97E7850A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F22C4-2467-41CF-92F2-D66FDF69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F9908-9EEE-4D97-AC51-76A9ED6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B60A2-2784-4A15-81FF-A08CB30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6D61C-677A-409D-B1A8-4C01291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ED6A-8A86-4E53-B63B-F526DFFE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17713-6D1E-48A4-8708-E8E3712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7FD26-9249-4396-B85A-6E7C5354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A69A3-B32C-4194-9E2E-A7453DE7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76258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4428D-A8C5-4102-961D-E3D4929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B802E-B6C4-44E6-BC15-D86325B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AC01A-9C89-4472-8E23-7CE0E7C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33AF0-D1F1-4496-A36A-0B6AC404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bf02bf3104565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2446-01C0-4B4B-A406-F14DD29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5D441-74C4-477E-AEA7-A9D4342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77E59-763B-45E4-9EEA-739CA167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ED32C-249A-4EA7-9500-83A4ED1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CAC50-145C-4B94-AF83-C34BAC6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C686B-4513-4AD9-AE0B-F97DC655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43813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967A8-2AE7-4C5D-9FA7-3B5E496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C45F0-CAAD-47D0-BCBA-0D50410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9A56F-B209-41DF-AB79-12607C3A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97DF1-2454-4F1B-A035-CAFAD216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279C1-FE19-453C-8655-75D516FD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2466C-6948-40DA-A7A8-B55E7485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4D1B4-A040-4EF2-9D11-108B850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46D59-C016-4564-B20E-1974607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EFDD2-C28B-4C57-A871-AD5B1E2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70B95-7554-433C-8261-037B371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64BC3-AB4A-464D-848F-89B52B7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7ACCA-743D-483B-9F86-0583B124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C64DF-4CC6-4902-B6FE-B1094D4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60C78-775A-413F-9048-E90EDB6E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C4A62-EFC5-4B3D-8A99-90B01474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9E949-73BE-459A-A021-5A73BEA3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5C498-B27E-4EC7-9C03-50F67A6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09B83-4EF6-4B1A-81ED-BE8809BA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A6627-5880-4358-9157-D4250ED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2C9AF-FACB-4EB2-98C1-776DFC6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07231-493E-44FA-AE85-E93C5BA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F7838-1B6F-4E87-A47D-01CB03F4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537FE-4A36-4DAF-8B09-AE505173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54F0A-0248-46EB-A7D5-86B60A66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1C17B-E05C-40D3-88B9-82FA02C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7EC5D-521B-4EC2-A502-3A882017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20646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CD126-84B1-4430-AF7D-97E15FD1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ED6C8-3251-4706-8BE6-C54B4CE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BA680-69F6-44A4-912B-2CA7C3A2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917B2-F834-4297-AB05-10E16B00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42CD6-1BDA-477F-A7CF-DC9F5A68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0831C-87AC-4B4E-B59E-730F090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AB64-A30E-484B-9644-067D0F8E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DABA1-6B78-43FD-A5DB-678CC34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C6D4C-E338-422B-B641-B5115FD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90C42-9E47-4968-B1B2-A5300A4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0187E-1F74-4295-86C5-1B23A8B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досяг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4DAA9-9E81-490D-9FC7-CC1D2488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11.09 [В]: 15 записів → 7 публікацій; дублікати через редиректи Google News. Дедуплікацію виправили.</a:t>
            </a:r>
          </a:p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Хибна тривога [С]: 2 людини × 1 год.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1E053-8B6E-4D1F-8357-6CE08C0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6C2E9-E7AC-4B8A-BDD9-78182D8F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3A93B-E0A6-4A51-BB33-6477789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3A30C-4317-4B4A-82CD-EA2FC733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1EA29-69EB-4B1E-8E5C-18D0023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Автоматичний розклад запусків не налаштований, тому регулярну затримку виявлення ми ще не виміряли.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FCCD3-CEE9-4145-AEF2-97F1D48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3F4CC-D320-4DBF-AC6F-FF99CE5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24869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515E8-B7D6-40F3-824C-8729571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B462C-A232-4E30-9394-45AB8B24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70A1F-2BCE-4008-B600-4E58E104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DE851-92A6-407E-AEAB-CB7486BE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60E92-2051-4D09-8668-D6601E32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631F9-2F81-41EC-8B41-B768D81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CEC03-1C44-4B32-9F9D-F63F766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FE3CC-F24F-4C63-8FFE-ADBB6BB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4F6D9-996C-4B05-8ACE-C83C0E08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B8886-1DAF-4C25-BB5A-D25893E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BD593-68C0-4B9D-8DB8-4FA3C6F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3D0EC-9DBF-40A0-8C5D-916A897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68E51-903A-43DD-B498-D3577DBE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2A24A-3C62-4155-9808-4E69DF24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1D9E2-CE04-4127-B810-C3E8C69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82A86-1D47-4853-8BAF-C0B2A52C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CB3BC-139D-45AF-B1AD-CADC9CC1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2F367-47B1-40D4-AF66-7194ACB8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52A25-C2A6-4057-8AC7-D47B8EAD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E2A53-81D4-44C4-89AA-38D1E591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20730-3A68-40A9-9602-11577DB6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44F69-785E-4D9E-B9F9-7E6A793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079D2-32D1-4482-841C-DDB5E024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011654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2026-09-19T19:21:40.5840000Z</dcterms:created>
  <dcterms:modified xsi:type="dcterms:W3CDTF">2026-09-19T19:21:40.5840000Z</dcterms:modified>
</coreProperties>
</file>