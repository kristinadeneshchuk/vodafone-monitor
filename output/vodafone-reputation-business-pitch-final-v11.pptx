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5bcfa748cf4d98" /><Relationship Type="http://schemas.openxmlformats.org/officeDocument/2006/relationships/extended-properties" Target="/docProps/app.xml" Id="R07209f3a8c404388" /><Relationship Type="http://schemas.openxmlformats.org/officeDocument/2006/relationships/officeDocument" Target="/ppt/presentation.xml" Id="R241dab3d98b14b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ed4c4f2cc457e"/>
  </p:sldMasterIdLst>
  <p:notesMasterIdLst>
    <p:notesMasterId xmlns:r="http://schemas.openxmlformats.org/officeDocument/2006/relationships" r:id="R47e3df0259ba4101"/>
  </p:notesMasterIdLst>
  <p:sldIdLst>
    <p:sldId xmlns:r="http://schemas.openxmlformats.org/officeDocument/2006/relationships" id="256" r:id="Rb69d8eaddef340d2"/>
    <p:sldId xmlns:r="http://schemas.openxmlformats.org/officeDocument/2006/relationships" id="257" r:id="Rf8aca3f4ae8d4e50"/>
    <p:sldId xmlns:r="http://schemas.openxmlformats.org/officeDocument/2006/relationships" id="258" r:id="Rd7c754a6f5e54ddf"/>
    <p:sldId xmlns:r="http://schemas.openxmlformats.org/officeDocument/2006/relationships" id="259" r:id="R5b8c45022fbf409b"/>
    <p:sldId xmlns:r="http://schemas.openxmlformats.org/officeDocument/2006/relationships" id="260" r:id="R9108e045abc6473a"/>
    <p:sldId xmlns:r="http://schemas.openxmlformats.org/officeDocument/2006/relationships" id="261" r:id="R7fa04dc08ca44a1e"/>
    <p:sldId xmlns:r="http://schemas.openxmlformats.org/officeDocument/2006/relationships" id="262" r:id="R723847b8d1ae4908"/>
    <p:sldId xmlns:r="http://schemas.openxmlformats.org/officeDocument/2006/relationships" id="263" r:id="R6ef908701ba24676"/>
    <p:sldId xmlns:r="http://schemas.openxmlformats.org/officeDocument/2006/relationships" id="264" r:id="Rd37cc334cb0948ad"/>
    <p:sldId xmlns:r="http://schemas.openxmlformats.org/officeDocument/2006/relationships" id="265" r:id="R53e247042d83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27077cd2247a9" /><Relationship Type="http://schemas.openxmlformats.org/officeDocument/2006/relationships/slideMaster" Target="/ppt/slideMasters/slideMaster1.xml" Id="R9dded4c4f2cc457e" /><Relationship Type="http://schemas.openxmlformats.org/officeDocument/2006/relationships/notesMaster" Target="/ppt/notesMasters/notesMaster1.xml" Id="R47e3df0259ba4101" /><Relationship Type="http://schemas.openxmlformats.org/officeDocument/2006/relationships/presProps" Target="/ppt/presProps.xml" Id="R0269c76e521e477d" /><Relationship Type="http://schemas.openxmlformats.org/officeDocument/2006/relationships/tableStyles" Target="/ppt/tableStyles.xml" Id="Rddd1f59648c04878" /><Relationship Type="http://schemas.openxmlformats.org/officeDocument/2006/relationships/slide" Target="/ppt/slides/slide1.xml" Id="Rb69d8eaddef340d2" /><Relationship Type="http://schemas.openxmlformats.org/officeDocument/2006/relationships/slide" Target="/ppt/slides/slide2.xml" Id="Rf8aca3f4ae8d4e50" /><Relationship Type="http://schemas.openxmlformats.org/officeDocument/2006/relationships/slide" Target="/ppt/slides/slide3.xml" Id="Rd7c754a6f5e54ddf" /><Relationship Type="http://schemas.openxmlformats.org/officeDocument/2006/relationships/slide" Target="/ppt/slides/slide4.xml" Id="R5b8c45022fbf409b" /><Relationship Type="http://schemas.openxmlformats.org/officeDocument/2006/relationships/slide" Target="/ppt/slides/slide5.xml" Id="R9108e045abc6473a" /><Relationship Type="http://schemas.openxmlformats.org/officeDocument/2006/relationships/slide" Target="/ppt/slides/slide6.xml" Id="R7fa04dc08ca44a1e" /><Relationship Type="http://schemas.openxmlformats.org/officeDocument/2006/relationships/slide" Target="/ppt/slides/slide7.xml" Id="R723847b8d1ae4908" /><Relationship Type="http://schemas.openxmlformats.org/officeDocument/2006/relationships/slide" Target="/ppt/slides/slide8.xml" Id="R6ef908701ba24676" /><Relationship Type="http://schemas.openxmlformats.org/officeDocument/2006/relationships/slide" Target="/ppt/slides/slide9.xml" Id="Rd37cc334cb0948ad" /><Relationship Type="http://schemas.openxmlformats.org/officeDocument/2006/relationships/slide" Target="/ppt/slides/slide10.xml" Id="R53e247042d83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e47e886aed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bdfd880e14314" /><Relationship Type="http://schemas.openxmlformats.org/officeDocument/2006/relationships/notesMaster" Target="/ppt/notesMasters/notesMaster1.xml" Id="Ra3cbac5a7a1444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13c15574904fae" /><Relationship Type="http://schemas.openxmlformats.org/officeDocument/2006/relationships/notesMaster" Target="/ppt/notesMasters/notesMaster1.xml" Id="Rccf1afe768ea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625927e2240c7" /><Relationship Type="http://schemas.openxmlformats.org/officeDocument/2006/relationships/notesMaster" Target="/ppt/notesMasters/notesMaster1.xml" Id="Rd0dad40f470847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62a92edc7441a9" /><Relationship Type="http://schemas.openxmlformats.org/officeDocument/2006/relationships/notesMaster" Target="/ppt/notesMasters/notesMaster1.xml" Id="R64d36ac5ce0c47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a61eee82284280" /><Relationship Type="http://schemas.openxmlformats.org/officeDocument/2006/relationships/notesMaster" Target="/ppt/notesMasters/notesMaster1.xml" Id="Raa965f8cec9a40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89cfc3210b4e3e" /><Relationship Type="http://schemas.openxmlformats.org/officeDocument/2006/relationships/notesMaster" Target="/ppt/notesMasters/notesMaster1.xml" Id="Raae4b817f42b44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c8ce3e5db34dc7" /><Relationship Type="http://schemas.openxmlformats.org/officeDocument/2006/relationships/notesMaster" Target="/ppt/notesMasters/notesMaster1.xml" Id="R287fe19c92e541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f571f78c00457e" /><Relationship Type="http://schemas.openxmlformats.org/officeDocument/2006/relationships/notesMaster" Target="/ppt/notesMasters/notesMaster1.xml" Id="Rc40b14920d5e4c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c1dec8cc094a56" /><Relationship Type="http://schemas.openxmlformats.org/officeDocument/2006/relationships/notesMaster" Target="/ppt/notesMasters/notesMaster1.xml" Id="R784747d60b5945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87fd27e15f4d7d" /><Relationship Type="http://schemas.openxmlformats.org/officeDocument/2006/relationships/notesMaster" Target="/ppt/notesMasters/notesMaster1.xml" Id="Raab436e3a12a48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презентації джерела підписані звичайним текстом. Сценарні розрахунки прямо названі сценаріями.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запис 2772, Vodafone, Google Play review, 06.05.2026. Наведений фрагмент дослівний; персональні дані автора не збираються. ARPU 154 грн/міс — публічний показник Vodafone: https://www.vodafone.ua/news/business-invest/vodafone-invests. 1 848 грн — лише річна середня виручка на абонента, не оцінка ймовірності відтоку й не доведена втрата саме цього клієнта.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Перевірка на локальній БД mentions.db за правилами blackout.py станом на 19.09.2026: негативні/змішані записи, контекст або причина blackout, тип причини з набору coverage/internet/calls/outage/blackout, виключені реклама та market-wide. Для Vodafone знайдено 52 записи, з них 44 за листопад–лютий (44/52 = 84,6%, округлено 85%). Джерела: 47 відгуків і 5 новин. Дати Vodafone-вибірки: 23.09.2025–27.05.2026. Це повідомлення у вибірці, а не унікальні абоненти або підтверджені інциденти. Висновок обмежений: сезонність виправдовує перевірку готовності; дані не доводять потребу в капітальних інвестиціях і не визначають конкретні об'єкти.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Перед будь-якою ескалацією команда перевіряє першоджерело та масштаб. Швидкість одного циклу і статистика алертів винесені на наступний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час одного ручного запуску від початку збору до дашборда. Планувальник не налаштований, тому регулярну затримку виявлення не вимірювали. Детектор сформував 205 сигналів за рік, з них один досяг рівня wake. PROJECT_LOG.md фіксує випадок 11.09: 15 записів виявилися 7 публікаціями, зібраними повторно через редиректи Google News; після виправлення дедуплікації тривога зникла. Дві людини × година — сценарна оцінка витрат на перевірку хибного сигналу, не грошова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QR-код із матеріалу користувача веде на https://vodafone-reputation.vercel.app/dashboard . Перевірено зчитуванням коду та HTTP-відповіддю 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0a84acf7f4a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75b94acf464f05" /><Relationship Type="http://schemas.openxmlformats.org/officeDocument/2006/relationships/slideLayout" Target="/ppt/slideLayouts/slideLayout1.xml" Id="Rcce91a82f58b47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e91a82f58b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5e2396e4b44d6" /><Relationship Type="http://schemas.openxmlformats.org/officeDocument/2006/relationships/notesSlide" Target="/ppt/notesSlides/notesSlide1.xml" Id="Rd7a0961a1d7348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434526b9247f7" /><Relationship Type="http://schemas.openxmlformats.org/officeDocument/2006/relationships/notesSlide" Target="/ppt/notesSlides/notesSlide2.xml" Id="R1424ca38bba641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0ab543df34e15" /><Relationship Type="http://schemas.openxmlformats.org/officeDocument/2006/relationships/notesSlide" Target="/ppt/notesSlides/notesSlide3.xml" Id="R31af71fb6dfa4c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3a97776494378" /><Relationship Type="http://schemas.openxmlformats.org/officeDocument/2006/relationships/notesSlide" Target="/ppt/notesSlides/notesSlide4.xml" Id="R4f67dd97ca1d41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e6fc35a5b4f36" /><Relationship Type="http://schemas.openxmlformats.org/officeDocument/2006/relationships/image" Target="/ppt/media/image.png" Id="Rc7d9cd9ee9494d09" /><Relationship Type="http://schemas.openxmlformats.org/officeDocument/2006/relationships/notesSlide" Target="/ppt/notesSlides/notesSlide5.xml" Id="R07d5cefbaac84b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949d80eb04f38" /><Relationship Type="http://schemas.openxmlformats.org/officeDocument/2006/relationships/image" Target="/ppt/media/image2.png" Id="R0aa14f67a0df41f2" /><Relationship Type="http://schemas.openxmlformats.org/officeDocument/2006/relationships/notesSlide" Target="/ppt/notesSlides/notesSlide6.xml" Id="R646056706d4946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d6d0348854d96" /><Relationship Type="http://schemas.openxmlformats.org/officeDocument/2006/relationships/notesSlide" Target="/ppt/notesSlides/notesSlide7.xml" Id="R8e6e9970ce4e4e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b47f39c744571" /><Relationship Type="http://schemas.openxmlformats.org/officeDocument/2006/relationships/notesSlide" Target="/ppt/notesSlides/notesSlide8.xml" Id="R7edd3b63c2af49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a9f01bd84468c" /><Relationship Type="http://schemas.openxmlformats.org/officeDocument/2006/relationships/notesSlide" Target="/ppt/notesSlides/notesSlide9.xml" Id="R393771cceb704a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78f6e8d4948e7" /><Relationship Type="http://schemas.openxmlformats.org/officeDocument/2006/relationships/image" Target="/ppt/media/image.jpeg" Id="Rbcf4373552bb4511" /><Relationship Type="http://schemas.openxmlformats.org/officeDocument/2006/relationships/notesSlide" Target="/ppt/notesSlides/notesSlide10.xml" Id="R30a7c14b16484a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8EBA6-01CF-43B0-87B8-381EA775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A973A-A405-4A0F-BD8F-F8C1E4C0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507AF-43EE-4568-8ADE-003ECD59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B2AAC-534D-4C63-A2E5-606E1376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EFF8B-671F-418C-A23E-B7410C67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911E2-DC55-4533-8179-35B78455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D61F2-E113-4CF9-B9FC-DB1133D9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853523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5609B-EEFE-499D-8668-D46FED01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35256-2B91-4A9D-B8C6-1F09B9B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548FC-55CC-4CF2-BD5E-9563217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5858F-00CB-4693-9855-B8AAD9EF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A2AEF-809D-4C7F-A210-0B1E993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E66AA-A30B-4E7B-9FC8-D36269CB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7C292-8A83-488C-B895-2486070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«...вирішіть мою проблему а ні</a:t>
            </a:r>
          </a:p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лайф сел»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94200-7CA8-47F5-B3F7-7D5FE923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B74A8-4AD8-481E-B800-71871751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FE26F-60E0-48E2-A5F6-AC2C610D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CB788-5504-4837-B476-1AE8DBF6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C0552-87D4-455B-929F-300BB05A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EB363-3407-4CA1-AD8E-7E2FA490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A427C-A6AB-460B-8459-B2ADE805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8794C-61B9-413E-9169-91DB16CE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182FB-551E-49FF-8AE5-5712BDDA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EBCCC-4FBE-4023-B021-62EB52D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6B250-380C-4C07-A866-CF80BC4A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DAFFC-78BE-4CAE-B120-78C8F6F1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3E8D3-22FC-49B2-A1EA-D0DA70C6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9AE57-BC12-4A59-988B-DBCB7D89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2C9A8-0F17-419D-A79E-2DD3BE05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грн/міс × 12 = 1 848 грн середньої річної виручки на абонента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A8436-75A1-4D89-ABF3-1E4BC854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бізнес-орієнтир, а не доведена втрата саме цього автора. Відгук — сигнал, не доказ відтоку.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B2EE9-28A3-471B-BEBA-EB8881DE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Відкритий відгук у вибірці MVP · Google Play · 06.05.2026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7E5CF0-D4C7-4A8F-9AB0-BF313E3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982601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D99C1-2485-4FFA-ACEA-56899533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27BC-009F-4F12-81A3-E31B5C23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із 1 130 скарг стосується зв’язку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DE757-DCEE-4410-BAAC-948A9A3A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F9538-0D17-4D85-AF80-0686E135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FEC45-B02A-497E-A9EC-B35FE1B3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D10C7-54D0-4525-8421-A7E4C044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D00D3-AF6F-4E41-8F16-20197574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2A521-5648-487E-9269-C5766FC9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6C4A5-3A46-440E-ACF1-2D9E0178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72071-6FA4-43CD-8D91-0EA137D6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AFBCC-148B-4BAA-BFA7-DA9A71D5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B3A74-CF9B-42C5-B7F9-BC57C5B7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F0F91-F84E-4425-9889-7468B503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DD3CA-FA0C-438C-A2D0-EAEE8C31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C33C9-D8B8-4636-9A02-D17892B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CC154-C4F5-45C9-B686-1A0F3331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F7C01-5167-4BF9-BA80-DD8CC0AF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2A631-65BE-43D2-AE47-4275773C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Ці повідомлення допомагають визначити, що перевірити: покриття, мережу чи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B9E31-4E52-4D0C-8ADC-53597B0D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83DC9-62F1-4701-B9FF-EC35E220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7FCE5-930B-4E3D-9C37-1BCEC061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62243-7C03-4D4F-B31D-CDB43C24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F2262-3D12-4300-A6F5-5C893A5D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Вибірка відкритих згадок ·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B2294-4718-4E2F-A20A-1AEE1C00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3422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83CA9-79AD-40E5-A1E5-3B72ED13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СЕЗОННИЙ СИГНАЛ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3B761-BC45-4309-A7E2-81D2B682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Згадки про Vodafone частіше з’являлись узимку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BC459-4261-48A0-8D27-6E2FD9E7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D4184-1F7E-495D-B643-6FF461F5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EC2C6-D9D2-4C80-A1DD-B3084095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95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44 із 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CBD46-A964-4393-95C0-F533955B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85%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BAF9D-DA63-4262-BEFD-2D487610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33700"/>
            <a:ext cx="704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записів про Vodafone у вибірці</a:t>
            </a:r>
          </a:p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датовані листопадом–лютим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5F692-0E6C-4533-B726-F74A7FA2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2D431-C932-4664-B939-AF2B7F4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це означає для бізнесу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CED93-45D9-4E38-AEC8-90D36423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Сезонний сигнал для перевірки готовності резервного живлення до зими. Сам по собі він не визначає потрібний бюджет чи місця для інвестицій.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99AC0-CA33-454A-A0A4-6CCA2CF8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52 записи: 47 відгуків і 5 новин. Це не кількість унікальних клієнтів чи підтверджених інцидентів.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325B6-FA7A-4BEA-B938-2CA3E4AF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Вибірка Vodafone · 23.09.2025–27.05.2026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EB7DB-9CDB-4564-B4F9-8CC18DE8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986371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BFF0B-3C2D-4812-AA9D-D54DBEF4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8B8F2-4BDB-429B-9063-362CD3B7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A94A2-F4C4-420D-8CD7-553391C1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8764B-570C-4477-ADA2-9F95761B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9cd9ee9494d09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7776F-ABFB-4303-9606-31E11A06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94FDE-49F8-4816-831C-FEC49129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9D157-77BE-45C8-AEA5-61F8FBD4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E99E9-9B56-4400-AB54-1A87C572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9B898-DFE1-442D-9B2C-9A8DAEC3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C4524-93FF-4C24-B340-02B049F0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C2D43-9F91-436A-A2E9-09E07EA8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може перевірити команда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3227E-85A6-4D13-A6ED-BB7D8601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33950"/>
            <a:ext cx="2905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Коли зросла кількість згадок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Які скарги стоять за зміною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Чи потрібна реакція команди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70B90-9BCC-4EAB-B9A4-C3C06D4A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Зріз за 21.08–19.09.2026 · 15 згадок · 7 скарг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98E40-C19F-45B1-B7BC-8B8F9B55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261197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2A177-BFA0-4448-BBFA-49616639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ПЕРЕВІРКА ПОВІДОМЛЕНЬ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6936E-FBB9-4C8B-A6A0-B3F4C367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бачить, про що скаржаться і звідки взято повідомлення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B1A76-3BDE-484C-B41F-00215C7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CB12-BABA-4C8A-AD40-038BABF5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14f67a0df41f2"/>
          <a:srcRect xmlns:a="http://schemas.openxmlformats.org/drawingml/2006/main" l="3157" t="0" r="31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23900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E01F5-DEA2-4846-BEE5-71193245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У повідомленні видно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ADB7E-2760-436D-B947-F0A51EF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Тему скарги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Чи стосується Vodafone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Пріоритет перевірки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BB98E-4C3D-476D-B0F0-6833AF33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Приклад стрічки повідомлень · 19.09.2026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38A84-DB64-4C1D-8120-EB4804C8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644600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C42DAB-FD15-4B9F-867F-BBDD417F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0654B-12AE-4769-83F5-2D4F2F98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06DCF-FD9B-4C56-A7DC-87E43301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C701A-9C68-4D41-BFD5-E07EF252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B8AB8-6627-4F3B-A754-150397D0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5B795-8F0F-414B-858C-D6D32F3B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3765E-3644-4CE6-BA53-71A15E71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2C3BC-08B3-43BA-8D56-9F5DD03F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6548F-8B13-4CE4-BE33-BAD9201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AD23A-AA91-42A8-891A-E2BE5CF5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7D736-128E-4CEC-99B5-80340380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7ACE8-9636-4154-80B7-F53B9729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7A729-A644-437A-B48D-0351B7C9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6C9B4-1175-4471-849A-27055F2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6C4FC-1FF4-45BF-A75E-9621C8A9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192F5-48B6-49B8-B43C-3EE179A4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B8AAA-4328-4864-B507-CAED401D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BE999-8937-4EC3-8217-B3F471BB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76EC4-E026-4F87-89E3-1E3CD9CD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80F22-C050-4997-A7D3-1A6E871C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1BA46-AF21-4940-9737-74A69070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4A8F4-4720-4ED8-8BF5-F52E44A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13C06-19B8-47F3-8651-EBBCD2F4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Перед тим як реагувати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A5652-293B-48E2-9973-4A84821C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29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Комунікаційний менеджер відкриває оригінал, перевіряє скільки є схожих згадок і вирішує, чи залучати інші команди.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4DC77-F9A9-437C-BD18-72BB4EAA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Як MVP працює: відкриті джерела, аналіз і дашборд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5D78A-6663-41DE-8FF7-594D81C2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629140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8FE70-9518-47FD-A86B-00AEFC6C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ШВИДКІСТЬ ТА ОБМЕЖЕННЯ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BB463-B430-4261-910E-7C712E1A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саме виміряли у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601E3-3578-4B1A-865C-F2899DA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8B75E-27C5-45CD-BF7A-7FAA5A04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2A58B-AE50-4DC0-8AE2-677413DB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82E14-F739-4C77-A1E3-1395BDD9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30192-48AA-4A86-A3A7-06FA2078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запуск вручну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збору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33595-2B08-400C-B0DB-D7B8F0AF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пошук сплеску 31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639E3-B2D6-4779-A4D6-79D81483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63672-A259-4C98-9FC1-2EB6955E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33D3E-D013-48FF-A538-6732DFBA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система позначила як терміновий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108A7-190E-4FF9-8A8A-C2FC60D0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6235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11.09 хибний сигнал: 15 записів виявилися 7 публікаціями через дублювання Google News. Дублювання виправили.</a:t>
            </a:r>
          </a:p>
          <a:p xmlns:a="http://schemas.openxmlformats.org/drawingml/2006/main">
            <a:pPr algn="l">
              <a:def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Оцінка перевірки: 2 фахівці × 1 година.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9C0C5-78AB-430C-8BCB-4B898170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6E35E-8026-4916-9AD6-0ABE14E6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85358-E034-4577-920F-76A6111E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D73A5-960F-404A-AE83-BAB0635E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Цього достатньо для перевірки,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але не для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B82BB-3585-40A4-B2F1-BE9D2608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Запуски поки не відбуваються автоматично. Тому 121 секунда описує один ручний запуск, а не гарантований час виявлення.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9BE62-BE5D-4D09-A18F-C824F964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Виміряний час MVP · трудовитрати на перевірку хибної тривоги наведені як оцінка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EFE70-EF33-4221-87D5-C421698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2027726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F12FE-A09D-444A-9A6E-BA56F046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B13B5-C444-49DC-A2B3-5DDFCD8C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означає бюджетний сценарій 600 000 грн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7A11F-FA14-4D93-ABCA-646BD079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51A0C-F934-47EF-832A-3E4FFEA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EA8C8-A3C3-4863-ABA2-90C7870D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9EC3E-C840-48A1-846A-F457FEAC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середня виручка з абонента за місяць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2B781-2BEB-4577-8D68-1DF173F8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70286-D597-444A-8F8B-1CFEAFD0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7A5CA-3BB9-40BE-AA61-5DD6B119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середня виручка з абонента за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1A140-8A06-4A79-B0A7-765ECC2F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E65E2-7F13-40AB-8014-77AAC52D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1A3F8-072F-42F2-8F81-D8768842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сценарний бюджет пілота на рік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93536-FB64-4790-9FAB-4CDA26AE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D3424-2E3B-48AB-A83D-6D6035CC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6232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≈325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89D45-721A-4B4D-9E19-7E9CF5F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38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абонентів, утриманих на повні 12 місяців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1F63D-FD9A-451B-81EA-90B78E9B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257BD-330F-4D98-876C-B45E0708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194F7-B5C5-4ADC-87CF-0E1C108A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2715B-B893-4F1E-878B-28116B81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65010-A26C-4C2D-913C-4785579F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337F3-C542-411C-AF49-A7DC51A3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E9AE7-ABE7-4E15-B3D8-0C6E036A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Vodafone Україна · І півріччя 2026 · 154 грн/міс; бюджет 600 000 грн/рік — сценарій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4D795-8FB9-4679-8B06-5A35DAF2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6169984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58CEB-077A-4B8A-9056-47F9F0C8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· REPUTATIONX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08C67-F58D-4682-91F3-AB2E3239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Дякую!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8A3E5-A3CD-4647-B9C9-5DCE049E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Запитання?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95970-843D-4F1D-A89E-DB0D1410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Демо системи — за QR-кодом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4373552bb4511"/>
          <a:stretch xmlns:a="http://schemas.openxmlformats.org/drawingml/2006/main"/>
        </p:blipFill>
        <p:spPr>
          <a:xfrm xmlns:a="http://schemas.openxmlformats.org/drawingml/2006/main">
            <a:off x="7239000" y="13811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2A71E-51B9-4C90-92DC-76DCF432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673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vodafone-reputation.vercel.app/dashboard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B27D7-01D4-43A7-904B-F221FCD2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2746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2026-09-19T19:36:17.6330000Z</dcterms:created>
  <dcterms:modified xsi:type="dcterms:W3CDTF">2026-09-19T19:36:17.6330000Z</dcterms:modified>
</coreProperties>
</file>