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ba089bad84d51" /><Relationship Type="http://schemas.openxmlformats.org/officeDocument/2006/relationships/extended-properties" Target="/docProps/app.xml" Id="Ra723576780c94f47" /><Relationship Type="http://schemas.openxmlformats.org/officeDocument/2006/relationships/officeDocument" Target="/ppt/presentation.xml" Id="Ra0e94f1d13d245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855293245f4394"/>
  </p:sldMasterIdLst>
  <p:notesMasterIdLst>
    <p:notesMasterId xmlns:r="http://schemas.openxmlformats.org/officeDocument/2006/relationships" r:id="R8218c6b0ec0b41d6"/>
  </p:notesMasterIdLst>
  <p:sldIdLst>
    <p:sldId xmlns:r="http://schemas.openxmlformats.org/officeDocument/2006/relationships" id="256" r:id="R00bce27cd1684e01"/>
    <p:sldId xmlns:r="http://schemas.openxmlformats.org/officeDocument/2006/relationships" id="257" r:id="R38c4885b08cc4b02"/>
    <p:sldId xmlns:r="http://schemas.openxmlformats.org/officeDocument/2006/relationships" id="258" r:id="R0921f5baf88148da"/>
    <p:sldId xmlns:r="http://schemas.openxmlformats.org/officeDocument/2006/relationships" id="259" r:id="Ra19229abd6c64326"/>
    <p:sldId xmlns:r="http://schemas.openxmlformats.org/officeDocument/2006/relationships" id="260" r:id="Ra7b7f920403e425f"/>
    <p:sldId xmlns:r="http://schemas.openxmlformats.org/officeDocument/2006/relationships" id="261" r:id="R668b70480def431d"/>
    <p:sldId xmlns:r="http://schemas.openxmlformats.org/officeDocument/2006/relationships" id="262" r:id="R5c1a5c1bf9d5484c"/>
    <p:sldId xmlns:r="http://schemas.openxmlformats.org/officeDocument/2006/relationships" id="263" r:id="R763ec5477c8946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70d79081fe4b7c" /><Relationship Type="http://schemas.openxmlformats.org/officeDocument/2006/relationships/slideMaster" Target="/ppt/slideMasters/slideMaster1.xml" Id="R08855293245f4394" /><Relationship Type="http://schemas.openxmlformats.org/officeDocument/2006/relationships/notesMaster" Target="/ppt/notesMasters/notesMaster1.xml" Id="R8218c6b0ec0b41d6" /><Relationship Type="http://schemas.openxmlformats.org/officeDocument/2006/relationships/presProps" Target="/ppt/presProps.xml" Id="R9be4650658ff4ba8" /><Relationship Type="http://schemas.openxmlformats.org/officeDocument/2006/relationships/tableStyles" Target="/ppt/tableStyles.xml" Id="R9ad742480f50403d" /><Relationship Type="http://schemas.openxmlformats.org/officeDocument/2006/relationships/slide" Target="/ppt/slides/slide1.xml" Id="R00bce27cd1684e01" /><Relationship Type="http://schemas.openxmlformats.org/officeDocument/2006/relationships/slide" Target="/ppt/slides/slide2.xml" Id="R38c4885b08cc4b02" /><Relationship Type="http://schemas.openxmlformats.org/officeDocument/2006/relationships/slide" Target="/ppt/slides/slide3.xml" Id="R0921f5baf88148da" /><Relationship Type="http://schemas.openxmlformats.org/officeDocument/2006/relationships/slide" Target="/ppt/slides/slide4.xml" Id="Ra19229abd6c64326" /><Relationship Type="http://schemas.openxmlformats.org/officeDocument/2006/relationships/slide" Target="/ppt/slides/slide5.xml" Id="Ra7b7f920403e425f" /><Relationship Type="http://schemas.openxmlformats.org/officeDocument/2006/relationships/slide" Target="/ppt/slides/slide6.xml" Id="R668b70480def431d" /><Relationship Type="http://schemas.openxmlformats.org/officeDocument/2006/relationships/slide" Target="/ppt/slides/slide7.xml" Id="R5c1a5c1bf9d5484c" /><Relationship Type="http://schemas.openxmlformats.org/officeDocument/2006/relationships/slide" Target="/ppt/slides/slide8.xml" Id="R763ec5477c8946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abd5f606a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d589367174d21" /><Relationship Type="http://schemas.openxmlformats.org/officeDocument/2006/relationships/notesMaster" Target="/ppt/notesMasters/notesMaster1.xml" Id="Rf803dc3774304f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a6e9fc9fa462c" /><Relationship Type="http://schemas.openxmlformats.org/officeDocument/2006/relationships/notesMaster" Target="/ppt/notesMasters/notesMaster1.xml" Id="Rcd95f4613fa5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58f5fdaf96475f" /><Relationship Type="http://schemas.openxmlformats.org/officeDocument/2006/relationships/notesMaster" Target="/ppt/notesMasters/notesMaster1.xml" Id="Ra5c8e864e7a3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fb99377664d1d" /><Relationship Type="http://schemas.openxmlformats.org/officeDocument/2006/relationships/notesMaster" Target="/ppt/notesMasters/notesMaster1.xml" Id="R6ac1f08340eb4f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07a19641b4744" /><Relationship Type="http://schemas.openxmlformats.org/officeDocument/2006/relationships/notesMaster" Target="/ppt/notesMasters/notesMaster1.xml" Id="R85f2c512be604e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6028b4b1ad48fa" /><Relationship Type="http://schemas.openxmlformats.org/officeDocument/2006/relationships/notesMaster" Target="/ppt/notesMasters/notesMaster1.xml" Id="R7c0a17f5544b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eccf1a160430a" /><Relationship Type="http://schemas.openxmlformats.org/officeDocument/2006/relationships/notesMaster" Target="/ppt/notesMasters/notesMaster1.xml" Id="Rb414c064698446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5a39b0876243af" /><Relationship Type="http://schemas.openxmlformats.org/officeDocument/2006/relationships/notesMaster" Target="/ppt/notesMasters/notesMaster1.xml" Id="R6c32fa15df01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review, 06.05.2026. Число 4: coverage scope, direct churn intent. Не стверджувати, що людина справді пішла або не зверталась у підтримку.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кількість публічних скарг у фокусі, не кількість постраждалих абонентів.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600 000 грн — сценарій для розрахунку порогу окупності, не фактичний бюджет MVP. Перевірка ефекту потребує знеособлених CRM даних і правил порівняння груп.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a91ff036140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2052f13774b8a" /><Relationship Type="http://schemas.openxmlformats.org/officeDocument/2006/relationships/slideLayout" Target="/ppt/slideLayouts/slideLayout1.xml" Id="R15e7180dc9a4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7180dc9a4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e64fbaf0a4acf" /><Relationship Type="http://schemas.openxmlformats.org/officeDocument/2006/relationships/notesSlide" Target="/ppt/notesSlides/notesSlide1.xml" Id="R4bafa226f9cb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ec62e173f40e5" /><Relationship Type="http://schemas.openxmlformats.org/officeDocument/2006/relationships/notesSlide" Target="/ppt/notesSlides/notesSlide2.xml" Id="R3df08144f9c840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c4c0d4d714f10" /><Relationship Type="http://schemas.openxmlformats.org/officeDocument/2006/relationships/image" Target="/ppt/media/image.png" Id="Rdbefb80d1dfb47a1" /><Relationship Type="http://schemas.openxmlformats.org/officeDocument/2006/relationships/notesSlide" Target="/ppt/notesSlides/notesSlide3.xml" Id="R9f77f657c40b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b9008f25e4fb3" /><Relationship Type="http://schemas.openxmlformats.org/officeDocument/2006/relationships/image" Target="/ppt/media/image2.png" Id="R6e53a35152c24bac" /><Relationship Type="http://schemas.openxmlformats.org/officeDocument/2006/relationships/notesSlide" Target="/ppt/notesSlides/notesSlide4.xml" Id="R1ff1a41d650d4e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a5aa070b342e1" /><Relationship Type="http://schemas.openxmlformats.org/officeDocument/2006/relationships/image" Target="/ppt/media/image3.png" Id="Rc079247efbea4844" /><Relationship Type="http://schemas.openxmlformats.org/officeDocument/2006/relationships/notesSlide" Target="/ppt/notesSlides/notesSlide5.xml" Id="Rb74858b89e0d42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616ff3d84a96" /><Relationship Type="http://schemas.openxmlformats.org/officeDocument/2006/relationships/notesSlide" Target="/ppt/notesSlides/notesSlide6.xml" Id="Rdf5720f238a346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b2781c0a4b3e" /><Relationship Type="http://schemas.openxmlformats.org/officeDocument/2006/relationships/notesSlide" Target="/ppt/notesSlides/notesSlide7.xml" Id="R3bad1c9a2ef9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ab800eb7c4449" /><Relationship Type="http://schemas.openxmlformats.org/officeDocument/2006/relationships/notesSlide" Target="/ppt/notesSlides/notesSlide8.xml" Id="Rcac097b45f494f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004EA-3554-4750-AF29-82226644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B44D1-3094-454F-A9E4-84BC17E7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8D654-79B1-49EA-A22A-8183927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E03CA-E0D0-4CB7-8D40-CCD97E8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5E7B-2CD9-4706-A1F8-F7D4C17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34860-D8B0-4D29-892E-15C1A023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24906-7112-42D9-90B7-6DDA73EF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305754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B3FF9-365D-4A23-BB54-8A5ED24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8933C-9B39-4517-8229-AF1BDB39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771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Репутаційний сигнал</a:t>
            </a:r>
          </a:p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 того, як клієнт вирішує піти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0C678-A603-41AF-A2ED-0E00EF1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7341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4B7D1-3858-4904-80D7-D1E817EF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E28DB-CBBA-4EA2-A79D-2E68F3B3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Реальний відгук Vodafone у Google Play, 06.05.2026. Дані автора не зберігаємо.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7C269-90E2-4334-AD2A-F348BF5D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762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76D91-30CB-4391-90ED-81AB6905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прямі сигнали наміру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змінити оператора у фокусі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про зв’язок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AD6CD-46FE-4533-9204-8023E755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Завдання MVP: перетворити відкриту згадку на перевірюваний сигнал і конкретну дію команди.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A9C65-9B63-4A33-921F-D74B747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Наша база відкритих джерел, 01.09.2025–19.09.2026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65061-C3D9-405B-8DCB-44282C4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04719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4B8B1-32FD-4AA9-A87F-91829AF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ФОКУС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EC57A-5F3F-4243-A540-75D3D7D6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шуму до 251 скарги, з якими можна діяти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95CC9-6040-4B5A-B959-FCA23706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FB760-3058-4BC1-AAF4-8A4E0ACE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B1CDA-EEB1-4B69-82A0-619D408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4129-D76C-46B1-9AF7-469FBD99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02669-9D8F-4094-87F6-5C01DFC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240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1D14A-9719-4DF5-8143-4607A3E7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1148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DDE8E-730A-40A2-B679-6195F52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F86BD-5A0A-4C6E-BD5F-0874C656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FA3E0-1D0E-4D23-BE57-28E18C4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7528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F2ACC-9FFB-489C-BB07-DD72DD9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18AF5-9DD4-4654-B5E2-FF093889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956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E001-B365-4B9B-9D6A-B3E4898B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909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784A3-2E7B-495B-B19B-1541325C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73080-206B-4852-8FEE-E6C37AB9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E4962-1F13-4BE2-9F44-EE5910AD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333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Фокус — якість зв’язку: для неї команда може перевірити мережу, покриття або резервне живлення.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fb80d1dfb47a1"/>
          <a:srcRect xmlns:a="http://schemas.openxmlformats.org/drawingml/2006/main" l="24083" t="0" r="24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714500"/>
            <a:ext cx="5905500" cy="3981450"/>
          </a:xfrm>
          <a:prstGeom xmlns:a="http://schemas.openxmlformats.org/drawingml/2006/main" prst="roundRect">
            <a:avLst>
              <a:gd name="adj" fmla="val 43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39ACD-281B-4293-88DA-AD6B1A6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real-summary.json; скрін MVP, 19.09.2026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F81C1-E26E-4372-B19A-74320C87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64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58392-12ED-42CF-9E46-F52D75F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WORKING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C7D6-59FB-4BBC-A9E6-3FA8FFA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C5C39-C693-4526-A883-1C9E8C8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7A1D8-E0B6-400F-89B2-757F6F3B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3a35152c24bac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23900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589F4-CE4A-4D2F-BAC4-FA78FFC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37FD3-3A4F-41BA-B029-1CD7722B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EDB07-E435-4C7D-87C4-B9F7B8F5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F2C40-7614-4FC1-989A-BCEB01D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18C0A-599C-40B7-9081-3F08C8D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D04F6-2FA7-45C7-8627-1EB44DB3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7B10C-72A3-4C46-B654-0682FBB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159B5-23D2-4765-A9C3-4367588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09285-F672-46C8-893B-A9477796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65484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C3B6F-47D4-4C0A-8D03-340F10E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6D7C7-76EB-4514-A74D-2DDBB6DF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E7C9-1AAA-4030-8921-3DD57585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C2B2F-AE66-4133-9E28-9B29EF1D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9247efbea4844"/>
          <a:srcRect xmlns:a="http://schemas.openxmlformats.org/drawingml/2006/main" l="0" t="3016" r="0" b="3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71525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56712-F6F9-4143-8895-3824329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0F234-19A1-4B1F-BF40-A6680268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E7F8E-04E3-4AFA-9111-92C5226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7315B-53FE-4416-B94E-6349DD1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662CE-2C41-4907-BDFC-2533A42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05035-4908-4FA3-B7B3-EB659244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87933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6B40A-BAE6-47AB-BCB2-8CAF89A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5BFE4-367E-41D1-B977-9E343BC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4D31F-3ECC-4FC8-B7C9-5F73B25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83FAE-BB52-4C32-980B-FAB9C2A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D6F10-02EE-4373-8DB6-408B6A6B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2AFA5-B93D-4FF9-A880-B30D9BF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D7A9C-BC27-4454-AEBB-4E17FAD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1B5CD-1F63-447F-A1DF-BFC0D9A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BBEA1-4BEE-4E6F-BECE-9DCE1DCB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2E4D7-41B6-46E9-8AE9-CBF7321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CE04B-C901-4D9D-8B00-731E930E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15342-E837-4B83-95F4-79E26E8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2FF11-3F13-491F-A820-DA47BFF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5027A-298A-4D60-B9C6-F064E6E5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C4E7F-515B-42F6-A528-197D8A0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58825-EB58-4FB6-9CD1-A4FD17A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A16A4-228C-45ED-9BC0-2FE6633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A12B1-9D5D-42E7-AD79-39AD0D5A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AE55F-C7EA-4666-AE8D-1F0A1340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6904C-595B-48EB-814A-83550F18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A6333-3CD0-4816-B4A8-30A6CE0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83AB6-52B7-4D9E-A670-6A13509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3E896-A45B-4D87-AEDF-12332A11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AF99C-3C6B-41D2-971D-7A1BE67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77A09-32B1-42EE-88E0-67606C5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76F9C-2687-4836-A015-A7DF942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C8801-8846-4CE7-8EB0-49A8D80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13113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0E934-D6FC-4126-A8B5-10B5B7F3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9F853-0578-4899-9D68-3B7D965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9A97-47FA-488A-A707-F6168842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FD861-87D1-448B-96B7-B13D800C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3748-0A18-45E2-9D93-871674F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AD931-75D1-4478-AD86-CCA3EA74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A23A7-35E2-4AB2-B442-8475522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5FE96-8234-4AB5-ADA5-FD2F87D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5C442-C72B-4DEB-B3D5-0294956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BD3FE-9883-4C59-ABF2-7995F133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E752A-407C-48C5-AD9E-95AC77F1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090C9-54DB-4082-9C45-CB3F046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DBE3F-FF6A-49EF-80A8-251BD98C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74C91-08F4-4028-8461-5F297FB9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C8C06-53EA-443C-9568-D2D44E3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326D0-EEE1-4428-92B8-7CC89C7F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D01A7-BBEE-44B0-8BC8-01C93EC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ще не налаштований: 121 секунда — тривалість одного циклу, а не обіцяний термін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39789-5170-4DD7-B2F7-56D4A14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D10ED-F6BD-405E-9F28-C845985C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51630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401FE-1E95-4D96-9689-68DF3E53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75AC0-5F94-4CB4-BC68-A3A05682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Окупність починається з 27 утриманих абонентів на місяць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FEED0-3A50-46C4-9EF7-672259A1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16AA8-5141-4278-8EAE-B3E9FFB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D4DEC-3818-4447-B467-23934F2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BC0D6-E33A-4861-B799-2F4FA58F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3353-2EB0-42FF-8D11-F65551A6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4A6D-D1A9-4A14-A225-911222F3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AAC2B-16E7-403D-B17F-773BDB8C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393BF-2960-4272-AB6A-BCED5ED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03DF2-D9E7-432D-A77D-A3D2A5B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58071-C319-4CBA-837A-A3FBABF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60B0D-39D7-4713-90E4-D5C085D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E271D-8928-4821-89E7-FB389A9F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/ рік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9AA5D-C011-4165-BFEA-A719BCC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27 / місяць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66B3F-EF74-4F88-A8DD-434E78FE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C23CA-099C-4CA0-8DEE-1D12674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Зіставити реакцію на сигнал із відтоком у CRM та порівнюваною контрольною групою.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0699D-55F8-4AF6-90BF-249CA03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71462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2D55C-6E25-468E-945E-5F02724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Чесні межі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0333C-C7B6-4483-A303-3237A242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Локація: 10 із 251 скарг (4%)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4 сигнали не дорівнюють 4 втраченим клієнтам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B23CE-C726-46DF-9788-3C07229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166EA-FB19-44A5-B1C2-EDDA9E3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486752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2026-09-19T19:01:37.1010000Z</dcterms:created>
  <dcterms:modified xsi:type="dcterms:W3CDTF">2026-09-19T19:01:37.1010000Z</dcterms:modified>
</coreProperties>
</file>